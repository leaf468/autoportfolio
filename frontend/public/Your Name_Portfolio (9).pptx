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07639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09905" y="942746"/>
            <a:ext cx="1543507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Your Name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09905" y="1657807"/>
            <a:ext cx="1248156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5년차 풀스택 개발자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09905" y="2286000"/>
            <a:ext cx="14292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example@example.com | 010-1234-5678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144000" y="533095"/>
            <a:ext cx="2438705" cy="2438705"/>
          </a:xfrm>
          <a:prstGeom prst="roundRect">
            <a:avLst>
              <a:gd name="adj" fmla="val 37495"/>
            </a:avLst>
          </a:prstGeom>
          <a:noFill/>
          <a:ln w="25400">
            <a:solidFill>
              <a:srgbClr val="D1D5D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037369" y="1657807"/>
            <a:ext cx="7580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프로필 사진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609905" y="3353105"/>
            <a:ext cx="14621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제출 대상: 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0955426" y="3353105"/>
            <a:ext cx="7287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75340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09905" y="418795"/>
            <a:ext cx="127193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자기소개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609905" y="838505"/>
            <a:ext cx="22960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5년차 풀스택 개발자로 대규모 서비스 개발 및 성능 최적화를 통해 사용자 경험 향상을 이끈 경험 보유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09905" y="1295705"/>
            <a:ext cx="6336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역량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09905" y="2115007"/>
            <a:ext cx="11768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가치관/업무 스타일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609905" y="4686300"/>
            <a:ext cx="3483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링크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09905" y="1600200"/>
            <a:ext cx="657454" cy="286207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43254" y="1600200"/>
            <a:ext cx="657454" cy="286207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76602" y="1600200"/>
            <a:ext cx="657454" cy="286207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809951" y="1600200"/>
            <a:ext cx="657454" cy="286207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543300" y="1600200"/>
            <a:ext cx="657454" cy="286207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3349" y="1647749"/>
            <a:ext cx="51023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JavaScript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1466698" y="1647749"/>
            <a:ext cx="51023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React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2200046" y="1647749"/>
            <a:ext cx="51023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Node.js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2933395" y="1647749"/>
            <a:ext cx="51023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AWS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3666744" y="1647749"/>
            <a:ext cx="51023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CI/CD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609905" y="2609698"/>
            <a:ext cx="11292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5년차 풀스택 개발자로 대규모 서비스 개발 및 성능 최적화를 통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609905" y="3066898"/>
            <a:ext cx="11292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609905" y="3524098"/>
            <a:ext cx="11292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09905" y="3943807"/>
            <a:ext cx="6248095" cy="514807"/>
          </a:xfrm>
          <a:prstGeom prst="roundRect">
            <a:avLst>
              <a:gd name="adj" fmla="val 26314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057046" y="4105656"/>
            <a:ext cx="17867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성과 한 줄: 응답시간 2초→300ms 개선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838505" y="4953305"/>
            <a:ext cx="8430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2017166" y="4953305"/>
            <a:ext cx="7287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3097987" y="4953305"/>
            <a:ext cx="6336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username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609905" y="5134356"/>
            <a:ext cx="11338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노트: 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232904" y="457200"/>
            <a:ext cx="4352544" cy="2438705"/>
          </a:xfrm>
          <a:prstGeom prst="roundRect">
            <a:avLst>
              <a:gd name="adj" fmla="val 1172"/>
            </a:avLst>
          </a:prstGeom>
          <a:solidFill>
            <a:srgbClr val="FFFFFF"/>
          </a:solidFill>
          <a:ln w="25400">
            <a:solidFill>
              <a:srgbClr val="D1D5DB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871509" y="1580998"/>
            <a:ext cx="11768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이미지/아이콘 자리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232904" y="3124505"/>
            <a:ext cx="2104949" cy="629107"/>
          </a:xfrm>
          <a:prstGeom prst="roundRect">
            <a:avLst>
              <a:gd name="adj" fmla="val 13214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483242" y="3124505"/>
            <a:ext cx="2104949" cy="629107"/>
          </a:xfrm>
          <a:prstGeom prst="roundRect">
            <a:avLst>
              <a:gd name="adj" fmla="val 13214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623353" y="3247949"/>
            <a:ext cx="8814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키포인트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9797796" y="3247949"/>
            <a:ext cx="4718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차별점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7356348" y="3467405"/>
            <a:ext cx="61996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JavaScript, React 전문가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9607601" y="3467405"/>
            <a:ext cx="61996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2개 회사 경력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7232904" y="5134356"/>
            <a:ext cx="195315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시각 요소 설명: 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09905" y="418795"/>
            <a:ext cx="1347826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경력 사항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609905" y="838505"/>
            <a:ext cx="29059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회사명 · 직무 · 기간 · 역할 · 성과 · 사용 기술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09905" y="1295705"/>
            <a:ext cx="19202" cy="541050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57707" y="1304849"/>
            <a:ext cx="131947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핀테크 스타트업 | 시니어 개발자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57707" y="3762756"/>
            <a:ext cx="132953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이커머스 기업 | 소프트웨어 엔지니어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615330" y="1352398"/>
            <a:ext cx="13386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2022.01-현재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5615330" y="3810305"/>
            <a:ext cx="13386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2019.01-2021.12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6516014" y="6238951"/>
            <a:ext cx="4434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857707" y="1638605"/>
            <a:ext cx="6336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역할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857707" y="4095598"/>
            <a:ext cx="6336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역할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857707" y="6515100"/>
            <a:ext cx="15672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시니어 개발자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857707" y="2095805"/>
            <a:ext cx="8339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 팀 리더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857707" y="2553005"/>
            <a:ext cx="8339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클라우드 인프라 설계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857707" y="4552798"/>
            <a:ext cx="8339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시스템 아키텍처 설계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857707" y="5009998"/>
            <a:ext cx="8339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 리뷰 담당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57707" y="2857500"/>
            <a:ext cx="2924251" cy="666598"/>
          </a:xfrm>
          <a:prstGeom prst="roundRect">
            <a:avLst>
              <a:gd name="adj" fmla="val 1175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57707" y="5315407"/>
            <a:ext cx="2924251" cy="666598"/>
          </a:xfrm>
          <a:prstGeom prst="roundRect">
            <a:avLst>
              <a:gd name="adj" fmla="val 1175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209751" y="2980944"/>
            <a:ext cx="6912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성과(정량)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171346" y="5438851"/>
            <a:ext cx="6912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성과(정량)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981151" y="3209544"/>
            <a:ext cx="13194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개발 효율성 30% 향상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981151" y="5667451"/>
            <a:ext cx="11576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처리 속도 30% 개선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931006" y="2857500"/>
            <a:ext cx="2924251" cy="666598"/>
          </a:xfrm>
          <a:prstGeom prst="roundRect">
            <a:avLst>
              <a:gd name="adj" fmla="val 11758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931006" y="5315407"/>
            <a:ext cx="2924251" cy="666598"/>
          </a:xfrm>
          <a:prstGeom prst="roundRect">
            <a:avLst>
              <a:gd name="adj" fmla="val 11758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283050" y="2980944"/>
            <a:ext cx="6336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 기술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4321454" y="5438851"/>
            <a:ext cx="6336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 기술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4054450" y="3209544"/>
            <a:ext cx="15288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React, Node.js, AWS, Docker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4054450" y="5667451"/>
            <a:ext cx="15288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Java, Spring, MySQL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857707" y="6210605"/>
            <a:ext cx="1791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609905" y="6696151"/>
            <a:ext cx="22485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노트: 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232904" y="457200"/>
            <a:ext cx="2104949" cy="780898"/>
          </a:xfrm>
          <a:prstGeom prst="roundRect">
            <a:avLst>
              <a:gd name="adj" fmla="val 8568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483242" y="457200"/>
            <a:ext cx="2104949" cy="780898"/>
          </a:xfrm>
          <a:prstGeom prst="roundRect">
            <a:avLst>
              <a:gd name="adj" fmla="val 8568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623353" y="619049"/>
            <a:ext cx="51023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총 경력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9892894" y="619049"/>
            <a:ext cx="4718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도메인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7394753" y="847649"/>
            <a:ext cx="4672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2년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9646006" y="847649"/>
            <a:ext cx="102412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핀테크 스타트업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7232904" y="1466698"/>
            <a:ext cx="4352544" cy="1524305"/>
          </a:xfrm>
          <a:prstGeom prst="roundRect">
            <a:avLst>
              <a:gd name="adj" fmla="val 299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8994038" y="2133295"/>
            <a:ext cx="9290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로고/배지 자리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7232904" y="3219602"/>
            <a:ext cx="4352544" cy="514807"/>
          </a:xfrm>
          <a:prstGeom prst="roundRect">
            <a:avLst>
              <a:gd name="adj" fmla="val 19736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7623353" y="3381451"/>
            <a:ext cx="26151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하이라이트: 시니어 개발자, 소프트웨어 엔지니어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7232904" y="6696151"/>
            <a:ext cx="208666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시각 요소 설명: 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93389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09905" y="418795"/>
            <a:ext cx="1757477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실시간 결제 처리 시스템 리팩토링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609905" y="838505"/>
            <a:ext cx="27532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기간/역할: 2022.01-2022.06 · 솔루션 아키텍트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09905" y="1257300"/>
            <a:ext cx="6437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문제/목표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09905" y="2590495"/>
            <a:ext cx="9290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접근/핵심 기여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609905" y="4381805"/>
            <a:ext cx="6912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성과(정량)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609905" y="5124298"/>
            <a:ext cx="6336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 스택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09905" y="5867705"/>
            <a:ext cx="7671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산출물/링크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609905" y="1752905"/>
            <a:ext cx="15005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레거시 시스템의 느린 응답속도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609905" y="2210105"/>
            <a:ext cx="153893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응답시간 2초→300ms 개선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609905" y="3086100"/>
            <a:ext cx="8339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시스템 아키텍처 설계 주도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609905" y="3543300"/>
            <a:ext cx="8339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무중단 배포 파이프라인 구축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609905" y="4000500"/>
            <a:ext cx="8339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장애 격리 기능 구현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9905" y="4647895"/>
            <a:ext cx="1705356" cy="286207"/>
          </a:xfrm>
          <a:prstGeom prst="roundRect">
            <a:avLst>
              <a:gd name="adj" fmla="val 6389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382012" y="4647895"/>
            <a:ext cx="1705356" cy="286207"/>
          </a:xfrm>
          <a:prstGeom prst="roundRect">
            <a:avLst>
              <a:gd name="adj" fmla="val 6389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55034" y="4647895"/>
            <a:ext cx="1705356" cy="286207"/>
          </a:xfrm>
          <a:prstGeom prst="roundRect">
            <a:avLst>
              <a:gd name="adj" fmla="val 6389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33349" y="4695444"/>
            <a:ext cx="15581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응답시간: 2초→300ms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2506370" y="4695444"/>
            <a:ext cx="15581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시스템 가용성: 99.9%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4278478" y="4695444"/>
            <a:ext cx="15581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배포 주기: 50% 단축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09905" y="5391302"/>
            <a:ext cx="590702" cy="286207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269187" y="5391302"/>
            <a:ext cx="952805" cy="286207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296973" y="5391302"/>
            <a:ext cx="1257300" cy="286207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21938" y="5391302"/>
            <a:ext cx="942746" cy="286207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36008" y="5391302"/>
            <a:ext cx="886054" cy="286207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33349" y="5438851"/>
            <a:ext cx="4434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Kubernetes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1392631" y="5438851"/>
            <a:ext cx="8055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Docker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2420417" y="5438851"/>
            <a:ext cx="11100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Node.js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3745382" y="5438851"/>
            <a:ext cx="79552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AWS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4759452" y="5438851"/>
            <a:ext cx="73883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Git, Jira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857707" y="6133795"/>
            <a:ext cx="4434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1645006" y="6133795"/>
            <a:ext cx="8055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2767889" y="6133795"/>
            <a:ext cx="8622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609905" y="6314846"/>
            <a:ext cx="17529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노트: 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7232904" y="457200"/>
            <a:ext cx="4352544" cy="2438705"/>
          </a:xfrm>
          <a:prstGeom prst="roundRect">
            <a:avLst>
              <a:gd name="adj" fmla="val 1172"/>
            </a:avLst>
          </a:prstGeom>
          <a:solidFill>
            <a:srgbClr val="FFFFFF"/>
          </a:solidFill>
          <a:ln w="25400">
            <a:solidFill>
              <a:srgbClr val="D1D5DB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378647" y="1580998"/>
            <a:ext cx="216712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스크린샷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232904" y="3124505"/>
            <a:ext cx="2104949" cy="629107"/>
          </a:xfrm>
          <a:prstGeom prst="roundRect">
            <a:avLst>
              <a:gd name="adj" fmla="val 13214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483242" y="3124505"/>
            <a:ext cx="2104949" cy="629107"/>
          </a:xfrm>
          <a:prstGeom prst="roundRect">
            <a:avLst>
              <a:gd name="adj" fmla="val 13214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584948" y="3247949"/>
            <a:ext cx="7104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응답시간 2초→300ms 개선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9836201" y="3247949"/>
            <a:ext cx="11009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응답시간 2초→300ms 개선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7356348" y="3467405"/>
            <a:ext cx="8769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[정의/측정 방법]</a:t>
            </a:r>
            <a:endParaRPr lang="en-US" sz="900" dirty="0"/>
          </a:p>
        </p:txBody>
      </p:sp>
      <p:sp>
        <p:nvSpPr>
          <p:cNvPr id="42" name="Text 40"/>
          <p:cNvSpPr txBox="1"/>
          <p:nvPr/>
        </p:nvSpPr>
        <p:spPr>
          <a:xfrm>
            <a:off x="9607601" y="3467405"/>
            <a:ext cx="120975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응답시간 2초→300ms 개선</a:t>
            </a:r>
            <a:endParaRPr lang="en-US" sz="900" dirty="0"/>
          </a:p>
        </p:txBody>
      </p:sp>
      <p:sp>
        <p:nvSpPr>
          <p:cNvPr id="43" name="Text 41"/>
          <p:cNvSpPr txBox="1"/>
          <p:nvPr/>
        </p:nvSpPr>
        <p:spPr>
          <a:xfrm>
            <a:off x="7232904" y="6314846"/>
            <a:ext cx="187726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시각 요소 설명: 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7270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09905" y="418795"/>
            <a:ext cx="1519733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2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609905" y="828446"/>
            <a:ext cx="11622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기반 상품 추천 시스템 개발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09905" y="1143000"/>
            <a:ext cx="24249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기간/역할: 2021.01-2021.12 / 데이터 분석 리드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09905" y="1561795"/>
            <a:ext cx="6437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문제/목표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609905" y="2933395"/>
            <a:ext cx="6336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기여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609905" y="5505602"/>
            <a:ext cx="7671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산출물/링크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09905" y="2057400"/>
            <a:ext cx="23106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 행동 데이터 분석 부족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609905" y="2514600"/>
            <a:ext cx="14145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클릭률 35% 증가, 구매 금액 20% 상승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609905" y="3429000"/>
            <a:ext cx="5477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분석 및 모델 개발 주도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609905" y="3886200"/>
            <a:ext cx="5477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시스템 성능 최적화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609905" y="4343400"/>
            <a:ext cx="5477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팀원 교육 및 멘토링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9905" y="4762195"/>
            <a:ext cx="6248095" cy="514807"/>
          </a:xfrm>
          <a:prstGeom prst="roundRect">
            <a:avLst>
              <a:gd name="adj" fmla="val 26314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57046" y="4924044"/>
            <a:ext cx="22530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성과(정량): 클릭률 35% 증가, 구매 금액 20% 상승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838505" y="5772607"/>
            <a:ext cx="4434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625803" y="5772607"/>
            <a:ext cx="8055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2748686" y="5772607"/>
            <a:ext cx="4434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609905" y="5952744"/>
            <a:ext cx="18672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노트: 데이터 분석 리드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232904" y="457200"/>
            <a:ext cx="4352544" cy="2133295"/>
          </a:xfrm>
          <a:prstGeom prst="roundRect">
            <a:avLst>
              <a:gd name="adj" fmla="val 1531"/>
            </a:avLst>
          </a:prstGeom>
          <a:solidFill>
            <a:srgbClr val="FFFFFF"/>
          </a:solidFill>
          <a:ln w="25400">
            <a:solidFill>
              <a:srgbClr val="D1D5D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687714" y="1429207"/>
            <a:ext cx="15480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스크린샷/다이어그램 자리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7232904" y="2819095"/>
            <a:ext cx="13478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성과(정량) 하이라이트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7232904" y="4019702"/>
            <a:ext cx="6336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 스택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232904" y="3124505"/>
            <a:ext cx="1380744" cy="666598"/>
          </a:xfrm>
          <a:prstGeom prst="roundRect">
            <a:avLst>
              <a:gd name="adj" fmla="val 11758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720633" y="3124505"/>
            <a:ext cx="1380744" cy="666598"/>
          </a:xfrm>
          <a:prstGeom prst="roundRect">
            <a:avLst>
              <a:gd name="adj" fmla="val 11758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208362" y="3124505"/>
            <a:ext cx="1380744" cy="666598"/>
          </a:xfrm>
          <a:prstGeom prst="roundRect">
            <a:avLst>
              <a:gd name="adj" fmla="val 11758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356348" y="3258007"/>
            <a:ext cx="73883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[+00%]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8844077" y="3258007"/>
            <a:ext cx="81473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▼30%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10332720" y="3258007"/>
            <a:ext cx="68122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[T+00]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7356348" y="3504895"/>
            <a:ext cx="48646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클릭률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8844077" y="3504895"/>
            <a:ext cx="6291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5%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10332720" y="3504895"/>
            <a:ext cx="5907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2주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232904" y="4286707"/>
            <a:ext cx="590702" cy="286207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892186" y="4286707"/>
            <a:ext cx="952805" cy="286207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919972" y="4286707"/>
            <a:ext cx="714146" cy="286207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701784" y="4286707"/>
            <a:ext cx="942746" cy="286207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0715854" y="4286707"/>
            <a:ext cx="590702" cy="286207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356348" y="4334256"/>
            <a:ext cx="4434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Python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8015630" y="4334256"/>
            <a:ext cx="8055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TensorFlow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9043416" y="4334256"/>
            <a:ext cx="56692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AWS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9825228" y="4334256"/>
            <a:ext cx="79552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Apache Kafka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10839298" y="4334256"/>
            <a:ext cx="4434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</a:t>
            </a:r>
            <a:endParaRPr lang="en-US" sz="1000" dirty="0"/>
          </a:p>
        </p:txBody>
      </p:sp>
      <p:sp>
        <p:nvSpPr>
          <p:cNvPr id="43" name="Text 41"/>
          <p:cNvSpPr txBox="1"/>
          <p:nvPr/>
        </p:nvSpPr>
        <p:spPr>
          <a:xfrm>
            <a:off x="7232904" y="5952744"/>
            <a:ext cx="195315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시각 요소 설명: 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3879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09905" y="418795"/>
            <a:ext cx="1519733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3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609905" y="838505"/>
            <a:ext cx="12865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프로젝트명: CI/CD 파이프라인 자동화 프로젝트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09905" y="1086307"/>
            <a:ext cx="24249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기간/역할: 2021.06-2021.12 / 자동화 엔지니어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09905" y="1466698"/>
            <a:ext cx="6437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문제/목표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609905" y="2115007"/>
            <a:ext cx="6336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기여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609905" y="3905402"/>
            <a:ext cx="6912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성과(정량)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09905" y="5029200"/>
            <a:ext cx="6336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 스택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609905" y="5772607"/>
            <a:ext cx="7671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산출물/링크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609905" y="1733702"/>
            <a:ext cx="14621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수동 배포로 인한 시간 낭비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609905" y="2609698"/>
            <a:ext cx="8339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배포 자동화 스크립트 작성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609905" y="3066898"/>
            <a:ext cx="8339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프로세스 최적화 주도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609905" y="3524098"/>
            <a:ext cx="8339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팀원 교육 및 지원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9905" y="4172407"/>
            <a:ext cx="2009851" cy="666598"/>
          </a:xfrm>
          <a:prstGeom prst="roundRect">
            <a:avLst>
              <a:gd name="adj" fmla="val 1175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28570" y="4172407"/>
            <a:ext cx="2009851" cy="666598"/>
          </a:xfrm>
          <a:prstGeom prst="roundRect">
            <a:avLst>
              <a:gd name="adj" fmla="val 1175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47234" y="4172407"/>
            <a:ext cx="2009851" cy="666598"/>
          </a:xfrm>
          <a:prstGeom prst="roundRect">
            <a:avLst>
              <a:gd name="adj" fmla="val 1175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33349" y="4286707"/>
            <a:ext cx="3054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지표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2852014" y="4286707"/>
            <a:ext cx="3054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효율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4970678" y="4286707"/>
            <a:ext cx="3054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성과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733349" y="4457700"/>
            <a:ext cx="74797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[+XX%]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2852014" y="4457700"/>
            <a:ext cx="62453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95%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4970678" y="4457700"/>
            <a:ext cx="57698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배포 시간 1시간→15분 단축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09905" y="5296205"/>
            <a:ext cx="590702" cy="286207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269187" y="5296205"/>
            <a:ext cx="952805" cy="286207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296973" y="5296205"/>
            <a:ext cx="714146" cy="286207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33349" y="5343754"/>
            <a:ext cx="4434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GitHub Actions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1392631" y="5343754"/>
            <a:ext cx="8055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AWS CodePipeline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2420417" y="5343754"/>
            <a:ext cx="56692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AWS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800100" y="6038698"/>
            <a:ext cx="4434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1588313" y="6038698"/>
            <a:ext cx="8055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2711196" y="6038698"/>
            <a:ext cx="4434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609905" y="6219749"/>
            <a:ext cx="13908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노트: 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232904" y="457200"/>
            <a:ext cx="4352544" cy="2438705"/>
          </a:xfrm>
          <a:prstGeom prst="roundRect">
            <a:avLst>
              <a:gd name="adj" fmla="val 1172"/>
            </a:avLst>
          </a:prstGeom>
          <a:solidFill>
            <a:srgbClr val="FFFFFF"/>
          </a:solidFill>
          <a:ln w="25400">
            <a:solidFill>
              <a:srgbClr val="D1D5DB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687714" y="1580998"/>
            <a:ext cx="15480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스크린샷/다이어그램 자리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232904" y="3124505"/>
            <a:ext cx="4352544" cy="857707"/>
          </a:xfrm>
          <a:prstGeom prst="roundRect">
            <a:avLst>
              <a:gd name="adj" fmla="val 7107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604150" y="3286354"/>
            <a:ext cx="6053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KPI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7394753" y="3552444"/>
            <a:ext cx="4028846" cy="75895"/>
          </a:xfrm>
          <a:prstGeom prst="roundRect">
            <a:avLst>
              <a:gd name="adj" fmla="val 602411"/>
            </a:avLst>
          </a:prstGeom>
          <a:solidFill>
            <a:srgbClr val="F3F4F6"/>
          </a:solidFill>
          <a:ln/>
        </p:spPr>
      </p:sp>
      <p:sp>
        <p:nvSpPr>
          <p:cNvPr id="39" name="Shape 37"/>
          <p:cNvSpPr/>
          <p:nvPr/>
        </p:nvSpPr>
        <p:spPr>
          <a:xfrm>
            <a:off x="7394753" y="3552444"/>
            <a:ext cx="2419502" cy="75895"/>
          </a:xfrm>
          <a:prstGeom prst="roundRect">
            <a:avLst>
              <a:gd name="adj" fmla="val 602411"/>
            </a:avLst>
          </a:prstGeom>
          <a:solidFill>
            <a:srgbClr val="3B82F6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7394753" y="3657600"/>
            <a:ext cx="86685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100%</a:t>
            </a:r>
            <a:endParaRPr lang="en-US" sz="900" dirty="0"/>
          </a:p>
        </p:txBody>
      </p:sp>
      <p:sp>
        <p:nvSpPr>
          <p:cNvPr id="41" name="Text 39"/>
          <p:cNvSpPr txBox="1"/>
          <p:nvPr/>
        </p:nvSpPr>
        <p:spPr>
          <a:xfrm>
            <a:off x="7232904" y="6219749"/>
            <a:ext cx="18480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시각 요소 설명: 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77260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09905" y="418795"/>
            <a:ext cx="1347826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 스택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609905" y="838505"/>
            <a:ext cx="25338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카테고리별 핵심 기술을 정리해 주세요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09905" y="1295705"/>
            <a:ext cx="3047695" cy="875995"/>
          </a:xfrm>
          <a:prstGeom prst="roundRect">
            <a:avLst>
              <a:gd name="adj" fmla="val 6808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06647" y="1295705"/>
            <a:ext cx="3047695" cy="875995"/>
          </a:xfrm>
          <a:prstGeom prst="roundRect">
            <a:avLst>
              <a:gd name="adj" fmla="val 6808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09905" y="2324405"/>
            <a:ext cx="3047695" cy="875995"/>
          </a:xfrm>
          <a:prstGeom prst="roundRect">
            <a:avLst>
              <a:gd name="adj" fmla="val 6808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806647" y="2324405"/>
            <a:ext cx="3047695" cy="875995"/>
          </a:xfrm>
          <a:prstGeom prst="roundRect">
            <a:avLst>
              <a:gd name="adj" fmla="val 6808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37844" y="1457554"/>
            <a:ext cx="10049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프로그래밍 언어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4216298" y="1457554"/>
            <a:ext cx="13862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프레임워크/라이브러리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1037844" y="2486254"/>
            <a:ext cx="10149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클라우드/인프라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4177894" y="2486254"/>
            <a:ext cx="12627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데이터베이스/데이터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71754" y="1723644"/>
            <a:ext cx="657454" cy="286207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05102" y="1723644"/>
            <a:ext cx="657454" cy="286207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38451" y="1723644"/>
            <a:ext cx="657454" cy="286207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968496" y="1723644"/>
            <a:ext cx="590702" cy="286207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27778" y="1723644"/>
            <a:ext cx="590702" cy="286207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287975" y="1723644"/>
            <a:ext cx="590702" cy="286207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1754" y="2752344"/>
            <a:ext cx="590702" cy="286207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431036" y="2752344"/>
            <a:ext cx="590702" cy="286207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090318" y="2752344"/>
            <a:ext cx="590702" cy="286207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968496" y="2752344"/>
            <a:ext cx="590702" cy="286207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27778" y="2752344"/>
            <a:ext cx="590702" cy="286207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287975" y="2752344"/>
            <a:ext cx="590702" cy="286207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95198" y="1772107"/>
            <a:ext cx="51023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JavaScript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1628546" y="1772107"/>
            <a:ext cx="51023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React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2361895" y="1772107"/>
            <a:ext cx="51023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Node.js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4092854" y="1772107"/>
            <a:ext cx="4434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4752137" y="1772107"/>
            <a:ext cx="4434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[항목]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5411419" y="1772107"/>
            <a:ext cx="4434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[항목]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895198" y="2800807"/>
            <a:ext cx="4434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[항목]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1554480" y="2800807"/>
            <a:ext cx="4434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[항목]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2214677" y="2800807"/>
            <a:ext cx="4434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[항목]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4092854" y="2800807"/>
            <a:ext cx="4434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[항목]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4752137" y="2800807"/>
            <a:ext cx="4434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[항목]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5411419" y="2800807"/>
            <a:ext cx="4434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[항목]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609905" y="5152644"/>
            <a:ext cx="20766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노트: 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7232904" y="457200"/>
            <a:ext cx="4352544" cy="875995"/>
          </a:xfrm>
          <a:prstGeom prst="roundRect">
            <a:avLst>
              <a:gd name="adj" fmla="val 6808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623353" y="619049"/>
            <a:ext cx="6437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도구/협업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7394753" y="886054"/>
            <a:ext cx="523951" cy="286207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987284" y="886054"/>
            <a:ext cx="571500" cy="286207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632850" y="886054"/>
            <a:ext cx="724205" cy="286207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7518197" y="933602"/>
            <a:ext cx="3767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8111642" y="933602"/>
            <a:ext cx="4242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Jira</a:t>
            </a:r>
            <a:endParaRPr lang="en-US" sz="1000" dirty="0"/>
          </a:p>
        </p:txBody>
      </p:sp>
      <p:sp>
        <p:nvSpPr>
          <p:cNvPr id="45" name="Text 43"/>
          <p:cNvSpPr txBox="1"/>
          <p:nvPr/>
        </p:nvSpPr>
        <p:spPr>
          <a:xfrm>
            <a:off x="8756294" y="933602"/>
            <a:ext cx="5769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Figma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7232904" y="1485900"/>
            <a:ext cx="4352544" cy="1466698"/>
          </a:xfrm>
          <a:prstGeom prst="roundRect">
            <a:avLst>
              <a:gd name="adj" fmla="val 2429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7623353" y="1647749"/>
            <a:ext cx="6437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인증/자격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7394753" y="2143354"/>
            <a:ext cx="9765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000" dirty="0"/>
          </a:p>
        </p:txBody>
      </p:sp>
      <p:sp>
        <p:nvSpPr>
          <p:cNvPr id="49" name="Text 47"/>
          <p:cNvSpPr txBox="1"/>
          <p:nvPr/>
        </p:nvSpPr>
        <p:spPr>
          <a:xfrm>
            <a:off x="7394753" y="2600554"/>
            <a:ext cx="9765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7232904" y="3105302"/>
            <a:ext cx="4352544" cy="2057400"/>
          </a:xfrm>
          <a:prstGeom prst="roundRect">
            <a:avLst>
              <a:gd name="adj" fmla="val 1235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7623353" y="3267151"/>
            <a:ext cx="7580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숙련도 표시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7394753" y="3534156"/>
            <a:ext cx="286207" cy="209398"/>
          </a:xfrm>
          <a:prstGeom prst="roundRect">
            <a:avLst>
              <a:gd name="adj" fmla="val 79396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7480706" y="3552444"/>
            <a:ext cx="2002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7785202" y="3534156"/>
            <a:ext cx="286207" cy="209398"/>
          </a:xfrm>
          <a:prstGeom prst="roundRect">
            <a:avLst>
              <a:gd name="adj" fmla="val 79396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7871155" y="3552444"/>
            <a:ext cx="2002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8176565" y="3534156"/>
            <a:ext cx="286207" cy="209398"/>
          </a:xfrm>
          <a:prstGeom prst="roundRect">
            <a:avLst>
              <a:gd name="adj" fmla="val 79396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8262518" y="3552444"/>
            <a:ext cx="2002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</a:t>
            </a:r>
            <a:endParaRPr lang="en-US" sz="900" dirty="0"/>
          </a:p>
        </p:txBody>
      </p:sp>
      <p:sp>
        <p:nvSpPr>
          <p:cNvPr id="58" name="Text 56"/>
          <p:cNvSpPr txBox="1"/>
          <p:nvPr/>
        </p:nvSpPr>
        <p:spPr>
          <a:xfrm>
            <a:off x="8567014" y="3552444"/>
            <a:ext cx="11146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또는 </a:t>
            </a:r>
            <a:endParaRPr lang="en-US" sz="900" dirty="0"/>
          </a:p>
        </p:txBody>
      </p:sp>
      <p:sp>
        <p:nvSpPr>
          <p:cNvPr id="59" name="Text 57"/>
          <p:cNvSpPr txBox="1"/>
          <p:nvPr/>
        </p:nvSpPr>
        <p:spPr>
          <a:xfrm>
            <a:off x="7394753" y="3847795"/>
            <a:ext cx="4480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JavaScript</a:t>
            </a:r>
            <a:endParaRPr lang="en-US" sz="900" dirty="0"/>
          </a:p>
        </p:txBody>
      </p:sp>
      <p:sp>
        <p:nvSpPr>
          <p:cNvPr id="60" name="Text 58"/>
          <p:cNvSpPr txBox="1"/>
          <p:nvPr/>
        </p:nvSpPr>
        <p:spPr>
          <a:xfrm>
            <a:off x="7394753" y="4153205"/>
            <a:ext cx="4572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React</a:t>
            </a:r>
            <a:endParaRPr lang="en-US" sz="900" dirty="0"/>
          </a:p>
        </p:txBody>
      </p:sp>
      <p:sp>
        <p:nvSpPr>
          <p:cNvPr id="61" name="Text 59"/>
          <p:cNvSpPr txBox="1"/>
          <p:nvPr/>
        </p:nvSpPr>
        <p:spPr>
          <a:xfrm>
            <a:off x="7394753" y="4457700"/>
            <a:ext cx="4480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Node.js</a:t>
            </a:r>
            <a:endParaRPr lang="en-US" sz="900" dirty="0"/>
          </a:p>
        </p:txBody>
      </p:sp>
      <p:sp>
        <p:nvSpPr>
          <p:cNvPr id="62" name="Text 60"/>
          <p:cNvSpPr txBox="1"/>
          <p:nvPr/>
        </p:nvSpPr>
        <p:spPr>
          <a:xfrm>
            <a:off x="11237976" y="3847795"/>
            <a:ext cx="27706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</a:t>
            </a:r>
            <a:endParaRPr lang="en-US" sz="900" dirty="0"/>
          </a:p>
        </p:txBody>
      </p:sp>
      <p:sp>
        <p:nvSpPr>
          <p:cNvPr id="63" name="Text 61"/>
          <p:cNvSpPr txBox="1"/>
          <p:nvPr/>
        </p:nvSpPr>
        <p:spPr>
          <a:xfrm>
            <a:off x="11237976" y="4153205"/>
            <a:ext cx="27706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</a:t>
            </a:r>
            <a:endParaRPr lang="en-US" sz="900" dirty="0"/>
          </a:p>
        </p:txBody>
      </p:sp>
      <p:sp>
        <p:nvSpPr>
          <p:cNvPr id="64" name="Text 62"/>
          <p:cNvSpPr txBox="1"/>
          <p:nvPr/>
        </p:nvSpPr>
        <p:spPr>
          <a:xfrm>
            <a:off x="11237976" y="4457700"/>
            <a:ext cx="27706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7394753" y="4009644"/>
            <a:ext cx="4028846" cy="75895"/>
          </a:xfrm>
          <a:prstGeom prst="roundRect">
            <a:avLst>
              <a:gd name="adj" fmla="val 602411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7394753" y="4315054"/>
            <a:ext cx="4028846" cy="75895"/>
          </a:xfrm>
          <a:prstGeom prst="roundRect">
            <a:avLst>
              <a:gd name="adj" fmla="val 602411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394753" y="4619549"/>
            <a:ext cx="4028846" cy="75895"/>
          </a:xfrm>
          <a:prstGeom prst="roundRect">
            <a:avLst>
              <a:gd name="adj" fmla="val 602411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7403897" y="4019702"/>
            <a:ext cx="3209544" cy="75895"/>
          </a:xfrm>
          <a:prstGeom prst="roundRect">
            <a:avLst>
              <a:gd name="adj" fmla="val 602411"/>
            </a:avLst>
          </a:prstGeom>
          <a:solidFill>
            <a:srgbClr val="3B82F6"/>
          </a:solidFill>
          <a:ln/>
        </p:spPr>
      </p:sp>
      <p:sp>
        <p:nvSpPr>
          <p:cNvPr id="69" name="Shape 67"/>
          <p:cNvSpPr/>
          <p:nvPr/>
        </p:nvSpPr>
        <p:spPr>
          <a:xfrm>
            <a:off x="7403897" y="4324198"/>
            <a:ext cx="2210105" cy="75895"/>
          </a:xfrm>
          <a:prstGeom prst="roundRect">
            <a:avLst>
              <a:gd name="adj" fmla="val 602411"/>
            </a:avLst>
          </a:prstGeom>
          <a:solidFill>
            <a:srgbClr val="60A5FA"/>
          </a:solidFill>
          <a:ln/>
        </p:spPr>
      </p:sp>
      <p:sp>
        <p:nvSpPr>
          <p:cNvPr id="70" name="Shape 68"/>
          <p:cNvSpPr/>
          <p:nvPr/>
        </p:nvSpPr>
        <p:spPr>
          <a:xfrm>
            <a:off x="7403897" y="4629607"/>
            <a:ext cx="1209751" cy="75895"/>
          </a:xfrm>
          <a:prstGeom prst="roundRect">
            <a:avLst>
              <a:gd name="adj" fmla="val 602411"/>
            </a:avLst>
          </a:prstGeom>
          <a:solidFill>
            <a:srgbClr val="93C5FD"/>
          </a:solidFill>
          <a:ln/>
        </p:spPr>
      </p:sp>
      <p:sp>
        <p:nvSpPr>
          <p:cNvPr id="71" name="Text 69"/>
          <p:cNvSpPr txBox="1"/>
          <p:nvPr/>
        </p:nvSpPr>
        <p:spPr>
          <a:xfrm>
            <a:off x="7394753" y="4772254"/>
            <a:ext cx="30385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예시 바는 편집하여 실제 숙련도를 표시하세요.</a:t>
            </a:r>
            <a:endParaRPr lang="en-US" sz="1200" dirty="0"/>
          </a:p>
        </p:txBody>
      </p:sp>
      <p:sp>
        <p:nvSpPr>
          <p:cNvPr id="72" name="Text 70"/>
          <p:cNvSpPr txBox="1"/>
          <p:nvPr/>
        </p:nvSpPr>
        <p:spPr>
          <a:xfrm>
            <a:off x="7232904" y="5152644"/>
            <a:ext cx="267736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시각 요소 설명: 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4420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09905" y="342900"/>
            <a:ext cx="1004926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연락처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80230" y="895198"/>
            <a:ext cx="3296412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함께 성장하는 파트너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715000" y="1447495"/>
            <a:ext cx="761695" cy="57607"/>
          </a:xfrm>
          <a:prstGeom prst="rect">
            <a:avLst/>
          </a:prstGeom>
          <a:solidFill>
            <a:srgbClr val="37415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2480767" y="1657807"/>
            <a:ext cx="73536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제안이나 협업 기회가 있으시면 언제든지 아래 연락처로 연락해주세요. 함께 멋진 가치를 만들어 나가길 기대합니다.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828800" y="2190902"/>
            <a:ext cx="2695651" cy="1485900"/>
          </a:xfrm>
          <a:prstGeom prst="roundRect">
            <a:avLst>
              <a:gd name="adj" fmla="val 3156"/>
            </a:avLst>
          </a:prstGeom>
          <a:solidFill>
            <a:srgbClr val="F9FAFB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908706" y="2381098"/>
            <a:ext cx="533095" cy="533095"/>
          </a:xfrm>
          <a:prstGeom prst="roundRect">
            <a:avLst>
              <a:gd name="adj" fmla="val 171527"/>
            </a:avLst>
          </a:prstGeom>
          <a:solidFill>
            <a:srgbClr val="F3F4F6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079699" y="2553005"/>
            <a:ext cx="190195" cy="190195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2964485" y="3029407"/>
            <a:ext cx="5431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이메일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2946197" y="3295498"/>
            <a:ext cx="56692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example@example.com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749394" y="2190902"/>
            <a:ext cx="2695651" cy="1485900"/>
          </a:xfrm>
          <a:prstGeom prst="roundRect">
            <a:avLst>
              <a:gd name="adj" fmla="val 3156"/>
            </a:avLst>
          </a:prstGeom>
          <a:solidFill>
            <a:srgbClr val="F9FAFB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829300" y="2381098"/>
            <a:ext cx="533095" cy="533095"/>
          </a:xfrm>
          <a:prstGeom prst="roundRect">
            <a:avLst>
              <a:gd name="adj" fmla="val 171527"/>
            </a:avLst>
          </a:prstGeom>
          <a:solidFill>
            <a:srgbClr val="F3F4F6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000293" y="2553005"/>
            <a:ext cx="190195" cy="190195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5815584" y="3029407"/>
            <a:ext cx="676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전화번호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5805526" y="3295498"/>
            <a:ext cx="68122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010-1234-5678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7670902" y="2190902"/>
            <a:ext cx="2695651" cy="1485900"/>
          </a:xfrm>
          <a:prstGeom prst="roundRect">
            <a:avLst>
              <a:gd name="adj" fmla="val 3156"/>
            </a:avLst>
          </a:prstGeom>
          <a:solidFill>
            <a:srgbClr val="F9FAFB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749894" y="2381098"/>
            <a:ext cx="533095" cy="533095"/>
          </a:xfrm>
          <a:prstGeom prst="roundRect">
            <a:avLst>
              <a:gd name="adj" fmla="val 171527"/>
            </a:avLst>
          </a:prstGeom>
          <a:solidFill>
            <a:srgbClr val="F3F4F6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921801" y="2553005"/>
            <a:ext cx="190195" cy="190195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8736178" y="3029407"/>
            <a:ext cx="676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웹사이트</a:t>
            </a:r>
            <a:endParaRPr lang="en-US" sz="1200" dirty="0"/>
          </a:p>
        </p:txBody>
      </p:sp>
      <p:sp>
        <p:nvSpPr>
          <p:cNvPr id="21" name="Text 16"/>
          <p:cNvSpPr txBox="1"/>
          <p:nvPr/>
        </p:nvSpPr>
        <p:spPr>
          <a:xfrm>
            <a:off x="8726119" y="3295498"/>
            <a:ext cx="68122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5277002" y="3981298"/>
            <a:ext cx="1638605" cy="1638605"/>
          </a:xfrm>
          <a:prstGeom prst="roundRect">
            <a:avLst>
              <a:gd name="adj" fmla="val 1947"/>
            </a:avLst>
          </a:prstGeom>
          <a:noFill/>
          <a:ln w="25400">
            <a:solidFill>
              <a:srgbClr val="D1D5DB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5410505" y="4114800"/>
            <a:ext cx="1371600" cy="137160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530" b="-530"/>
          <a:stretch/>
        </p:blipFill>
        <p:spPr>
          <a:xfrm>
            <a:off x="5971946" y="4657954"/>
            <a:ext cx="247802" cy="286207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5617159" y="5686654"/>
            <a:ext cx="10479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포트폴리오 QR 코드</a:t>
            </a:r>
            <a:endParaRPr lang="en-US" sz="900" dirty="0"/>
          </a:p>
        </p:txBody>
      </p:sp>
      <p:sp>
        <p:nvSpPr>
          <p:cNvPr id="26" name="Shape 20"/>
          <p:cNvSpPr/>
          <p:nvPr/>
        </p:nvSpPr>
        <p:spPr>
          <a:xfrm>
            <a:off x="5105095" y="6152998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F3F4F6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-43" b="-43"/>
          <a:stretch/>
        </p:blipFill>
        <p:spPr>
          <a:xfrm>
            <a:off x="5229454" y="6267298"/>
            <a:ext cx="133502" cy="152705"/>
          </a:xfrm>
          <a:prstGeom prst="rect">
            <a:avLst/>
          </a:prstGeom>
        </p:spPr>
      </p:pic>
      <p:sp>
        <p:nvSpPr>
          <p:cNvPr id="28" name="Shape 21"/>
          <p:cNvSpPr/>
          <p:nvPr/>
        </p:nvSpPr>
        <p:spPr>
          <a:xfrm>
            <a:off x="5639105" y="6152998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F3F4F6"/>
          </a:solidFill>
          <a:ln/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rcRect l="-1613" r="-1613" t="0" b="0"/>
          <a:stretch/>
        </p:blipFill>
        <p:spPr>
          <a:xfrm>
            <a:off x="5753405" y="6267298"/>
            <a:ext cx="152705" cy="152705"/>
          </a:xfrm>
          <a:prstGeom prst="rect">
            <a:avLst/>
          </a:prstGeom>
        </p:spPr>
      </p:pic>
      <p:sp>
        <p:nvSpPr>
          <p:cNvPr id="30" name="Shape 22"/>
          <p:cNvSpPr/>
          <p:nvPr/>
        </p:nvSpPr>
        <p:spPr>
          <a:xfrm>
            <a:off x="6172200" y="6152998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F3F4F6"/>
          </a:solidFill>
          <a:ln/>
        </p:spPr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7"/>
          <a:srcRect l="-33" r="-33" t="0" b="0"/>
          <a:stretch/>
        </p:blipFill>
        <p:spPr>
          <a:xfrm>
            <a:off x="6277356" y="6267298"/>
            <a:ext cx="171907" cy="152705"/>
          </a:xfrm>
          <a:prstGeom prst="rect">
            <a:avLst/>
          </a:prstGeom>
        </p:spPr>
      </p:pic>
      <p:sp>
        <p:nvSpPr>
          <p:cNvPr id="32" name="Shape 23"/>
          <p:cNvSpPr/>
          <p:nvPr/>
        </p:nvSpPr>
        <p:spPr>
          <a:xfrm>
            <a:off x="6705295" y="6152998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F3F4F6"/>
          </a:solidFill>
          <a:ln/>
        </p:spPr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-43" b="-43"/>
          <a:stretch/>
        </p:blipFill>
        <p:spPr>
          <a:xfrm>
            <a:off x="6829654" y="6267298"/>
            <a:ext cx="133502" cy="152705"/>
          </a:xfrm>
          <a:prstGeom prst="rect">
            <a:avLst/>
          </a:prstGeom>
        </p:spPr>
      </p:pic>
      <p:sp>
        <p:nvSpPr>
          <p:cNvPr id="34" name="Shape 24"/>
          <p:cNvSpPr/>
          <p:nvPr/>
        </p:nvSpPr>
        <p:spPr>
          <a:xfrm>
            <a:off x="0" y="6687007"/>
            <a:ext cx="12191695" cy="457200"/>
          </a:xfrm>
          <a:prstGeom prst="rect">
            <a:avLst/>
          </a:prstGeom>
          <a:solidFill>
            <a:srgbClr val="374151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2025-11-11T07:01:41Z</dcterms:created>
  <dcterms:modified xsi:type="dcterms:W3CDTF">2025-11-11T07:01:41Z</dcterms:modified>
</cp:coreProperties>
</file>