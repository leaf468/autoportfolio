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849203" cy="611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942746"/>
            <a:ext cx="2006559" cy="100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Your Name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1657807"/>
            <a:ext cx="1622602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5년 차 풀스택 개발자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2286000"/>
            <a:ext cx="18579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example@example.com | 010-1234-5678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0" y="533095"/>
            <a:ext cx="3170316" cy="3658057"/>
          </a:xfrm>
          <a:prstGeom prst="roundRect">
            <a:avLst>
              <a:gd name="adj" fmla="val 37495"/>
            </a:avLst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37369" y="1657807"/>
            <a:ext cx="98544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프로필 사진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3353105"/>
            <a:ext cx="1900763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제출 대상: 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955426" y="3353105"/>
            <a:ext cx="947410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849203" cy="86301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653509" cy="629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자기소개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2984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5년차 풀스택 개발자로 웹 애플리케이션과 클라우드 인프라 구축에 전문성을 보유하며, 성능 최적화를 통해 사용자 경험을 30% 향상시킨 실무 전문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295705"/>
            <a:ext cx="8237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역량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2115007"/>
            <a:ext cx="15298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가치관/업무 스타일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4686300"/>
            <a:ext cx="45290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9905" y="1600200"/>
            <a:ext cx="854690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43254" y="1600200"/>
            <a:ext cx="854690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76602" y="1600200"/>
            <a:ext cx="854690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09951" y="1600200"/>
            <a:ext cx="854690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43300" y="1600200"/>
            <a:ext cx="854690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3349" y="1647749"/>
            <a:ext cx="66330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466698" y="1647749"/>
            <a:ext cx="66330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200046" y="1647749"/>
            <a:ext cx="66330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Node.js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933395" y="1647749"/>
            <a:ext cx="66330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666744" y="1647749"/>
            <a:ext cx="66330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Kubernetes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09905" y="2609698"/>
            <a:ext cx="146806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5년차 풀스택 개발자로 웹 애플리케이션과 클라우드 인프라 구축에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09905" y="3066898"/>
            <a:ext cx="146806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09905" y="3524098"/>
            <a:ext cx="146806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9905" y="3943807"/>
            <a:ext cx="8122523" cy="772210"/>
          </a:xfrm>
          <a:prstGeom prst="roundRect">
            <a:avLst>
              <a:gd name="adj" fmla="val 2631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7046" y="4105656"/>
            <a:ext cx="232275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성과 한 줄: 응답시간 2초→300ms 단축, 가용성 99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38505" y="4953305"/>
            <a:ext cx="1096000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017166" y="4953305"/>
            <a:ext cx="947410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097987" y="4953305"/>
            <a:ext cx="8237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username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09905" y="5134356"/>
            <a:ext cx="1474012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상세 내용은 포트폴리오 웹사이트 참조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32904" y="457200"/>
            <a:ext cx="5658307" cy="3658057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871509" y="1580998"/>
            <a:ext cx="15298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이미지/아이콘 자리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32904" y="3124505"/>
            <a:ext cx="2736433" cy="943660"/>
          </a:xfrm>
          <a:prstGeom prst="roundRect">
            <a:avLst>
              <a:gd name="adj" fmla="val 132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83242" y="3124505"/>
            <a:ext cx="2736433" cy="943660"/>
          </a:xfrm>
          <a:prstGeom prst="roundRect">
            <a:avLst>
              <a:gd name="adj" fmla="val 132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23353" y="3247949"/>
            <a:ext cx="114592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키포인트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797796" y="3247949"/>
            <a:ext cx="61337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차별점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356348" y="3467405"/>
            <a:ext cx="805951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JavaScript, React 전문가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9607601" y="3467405"/>
            <a:ext cx="805951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2개 회사 경력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7232904" y="5134356"/>
            <a:ext cx="2539105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대표 프로젝트 스크린샷 및 성과 차트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849203" cy="10972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752173" cy="629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경력 사항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37777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회사명 · 직무 · 기간 · 역할 · 성과 · 사용 기술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905" y="1295705"/>
            <a:ext cx="19202" cy="541050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7707" y="1304849"/>
            <a:ext cx="1715322" cy="37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핀테크 스타트업 | 시니어 개발자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57707" y="3762756"/>
            <a:ext cx="1728399" cy="37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이커머스 기업 | 소프트웨어 엔지니어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15330" y="1352398"/>
            <a:ext cx="174028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2022.01-현재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615330" y="3810305"/>
            <a:ext cx="174028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2019.01-2021.12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516014" y="6238951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57707" y="1638605"/>
            <a:ext cx="8237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역할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57707" y="4095598"/>
            <a:ext cx="8237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역할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57707" y="6515100"/>
            <a:ext cx="203746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시니어 개발자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57707" y="2095805"/>
            <a:ext cx="108411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팀 리더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57707" y="2553005"/>
            <a:ext cx="108411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CI/CD 파이프라인 설계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57707" y="4552798"/>
            <a:ext cx="108411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아키텍처 설계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57707" y="5009998"/>
            <a:ext cx="108411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리뷰 담당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7707" y="2857500"/>
            <a:ext cx="3801526" cy="999897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7707" y="5315407"/>
            <a:ext cx="3801526" cy="999897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209751" y="2980944"/>
            <a:ext cx="89867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71346" y="5438851"/>
            <a:ext cx="89867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81151" y="3209544"/>
            <a:ext cx="171532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효율성 30% 향상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81151" y="5667451"/>
            <a:ext cx="150491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 속도 30% 향상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31006" y="2857500"/>
            <a:ext cx="3801526" cy="999897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31006" y="5315407"/>
            <a:ext cx="3801526" cy="999897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83050" y="2980944"/>
            <a:ext cx="8237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기술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321454" y="5438851"/>
            <a:ext cx="8237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기술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054450" y="3209544"/>
            <a:ext cx="1987540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AWS, Node.js, React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054450" y="5667451"/>
            <a:ext cx="1987540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Java, Spring, MySQL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57707" y="6210605"/>
            <a:ext cx="23287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09905" y="6696151"/>
            <a:ext cx="2923063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프로젝트 상세 내용은 다음 페이지 참조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32904" y="457200"/>
            <a:ext cx="2736433" cy="1171347"/>
          </a:xfrm>
          <a:prstGeom prst="roundRect">
            <a:avLst>
              <a:gd name="adj" fmla="val 856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83242" y="457200"/>
            <a:ext cx="2736433" cy="1171347"/>
          </a:xfrm>
          <a:prstGeom prst="roundRect">
            <a:avLst>
              <a:gd name="adj" fmla="val 856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23353" y="619049"/>
            <a:ext cx="66330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경력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892894" y="619049"/>
            <a:ext cx="61337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394753" y="847649"/>
            <a:ext cx="6074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2년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646006" y="847649"/>
            <a:ext cx="133136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핀테크 스타트업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232904" y="1466698"/>
            <a:ext cx="5658307" cy="2286457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994038" y="2133295"/>
            <a:ext cx="120773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로고/배지 자리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232904" y="3219602"/>
            <a:ext cx="5658307" cy="772210"/>
          </a:xfrm>
          <a:prstGeom prst="roundRect">
            <a:avLst>
              <a:gd name="adj" fmla="val 1973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623353" y="3381451"/>
            <a:ext cx="339973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하이라이트: 시니어 개발자, 소프트웨어 엔지니어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7232904" y="6696151"/>
            <a:ext cx="2712659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경력 타임라인 및 주요 기술 스택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849203" cy="1040084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2284720" cy="629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결제 처리 시스템 리팩토링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35792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기간/역할: 2022.01-2022.06 · 솔루션 아키텍트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257300"/>
            <a:ext cx="83685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문제/목표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2590495"/>
            <a:ext cx="120773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접근/핵심 기여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4381805"/>
            <a:ext cx="89867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5124298"/>
            <a:ext cx="8237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5867705"/>
            <a:ext cx="99733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산출물/링크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1752905"/>
            <a:ext cx="195068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레거시 시스템의 느린 응답속도 문제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2210105"/>
            <a:ext cx="200061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응답시간 2초→300ms 단축, 가용성 99.9% 증가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09905" y="3086100"/>
            <a:ext cx="108411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장애 격리 가능성 확보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09905" y="3543300"/>
            <a:ext cx="108411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무중단 배포 파이프라인 구축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09905" y="4000500"/>
            <a:ext cx="108411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효율성 50% 향상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9905" y="4647895"/>
            <a:ext cx="2216962" cy="429310"/>
          </a:xfrm>
          <a:prstGeom prst="roundRect">
            <a:avLst>
              <a:gd name="adj" fmla="val 6389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82012" y="4647895"/>
            <a:ext cx="2216962" cy="429310"/>
          </a:xfrm>
          <a:prstGeom prst="roundRect">
            <a:avLst>
              <a:gd name="adj" fmla="val 6389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55034" y="4647895"/>
            <a:ext cx="2216962" cy="429310"/>
          </a:xfrm>
          <a:prstGeom prst="roundRect">
            <a:avLst>
              <a:gd name="adj" fmla="val 6389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3349" y="4695444"/>
            <a:ext cx="202557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응답시간: 2초→300ms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506370" y="4695444"/>
            <a:ext cx="202557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가용성: 95%→99.9%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278478" y="4695444"/>
            <a:ext cx="202557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주기: 2주→1주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9905" y="5391302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69187" y="5391302"/>
            <a:ext cx="1238646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96973" y="5391302"/>
            <a:ext cx="1634490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21938" y="5391302"/>
            <a:ext cx="1225569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5391302"/>
            <a:ext cx="1151870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3349" y="5438851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Kubernetes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392631" y="5438851"/>
            <a:ext cx="104726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Docker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2420417" y="5438851"/>
            <a:ext cx="144310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745382" y="5438851"/>
            <a:ext cx="103418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759452" y="5438851"/>
            <a:ext cx="96048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Git, Jira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57707" y="6133795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Repository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645006" y="6133795"/>
            <a:ext cx="104726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github.com/project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767889" y="6133795"/>
            <a:ext cx="112096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문서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09905" y="6314846"/>
            <a:ext cx="2278776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A/B 테스트 및 성과 모니터링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32904" y="457200"/>
            <a:ext cx="5658307" cy="3658057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378647" y="1580998"/>
            <a:ext cx="281726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스크린샷 및 시스템 아키텍처 다이어그램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232904" y="3124505"/>
            <a:ext cx="2736433" cy="943660"/>
          </a:xfrm>
          <a:prstGeom prst="roundRect">
            <a:avLst>
              <a:gd name="adj" fmla="val 132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83242" y="3124505"/>
            <a:ext cx="2736433" cy="943660"/>
          </a:xfrm>
          <a:prstGeom prst="roundRect">
            <a:avLst>
              <a:gd name="adj" fmla="val 132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584948" y="3247949"/>
            <a:ext cx="92363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응답시간 2초→300ms 단축, 가용성 99.9% 증가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9836201" y="3247949"/>
            <a:ext cx="143121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응답시간 2초→300ms 단축, 가용성 99.9% 증가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7356348" y="3467405"/>
            <a:ext cx="1139983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응답시간 측정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9607601" y="3467405"/>
            <a:ext cx="1572676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응답시간 2초→300ms 단축, 가용성 99.9% 증가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7232904" y="6314846"/>
            <a:ext cx="2440441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개선 전후 성능 비교 차트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849203" cy="98590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975652" cy="629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28446"/>
            <a:ext cx="1510862" cy="41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 상품 추천 시스템 개발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143000"/>
            <a:ext cx="315248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기간/역할: 2021.01-2021.12 / 데이터 분석 리드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561795"/>
            <a:ext cx="83685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문제/목표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933395"/>
            <a:ext cx="8237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기여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5505602"/>
            <a:ext cx="99733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산출물/링크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2057400"/>
            <a:ext cx="300389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맞춤형 추천 부족 문제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2514600"/>
            <a:ext cx="1838950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클릭률 35% 증가, 평균 구매금액 20% 상승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3429000"/>
            <a:ext cx="712043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 주도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09905" y="3886200"/>
            <a:ext cx="712043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성능 최적화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09905" y="4343400"/>
            <a:ext cx="712043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 교육 및 지원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9905" y="4762195"/>
            <a:ext cx="8122523" cy="772210"/>
          </a:xfrm>
          <a:prstGeom prst="roundRect">
            <a:avLst>
              <a:gd name="adj" fmla="val 2631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7046" y="4924044"/>
            <a:ext cx="292900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성과(정량): 클릭률 35% 증가, 평균 구매금액 20% 상승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38505" y="5772607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Repository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625803" y="5772607"/>
            <a:ext cx="104726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github.com/project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748686" y="5772607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문서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09905" y="5952744"/>
            <a:ext cx="2427366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데이터 분석 리드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32904" y="457200"/>
            <a:ext cx="5658307" cy="3199942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7714" y="1429207"/>
            <a:ext cx="201250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스크린샷/다이어그램 자리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232904" y="2819095"/>
            <a:ext cx="1752173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 하이라이트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232904" y="4019702"/>
            <a:ext cx="8237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32904" y="3124505"/>
            <a:ext cx="1794967" cy="999897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20633" y="3124505"/>
            <a:ext cx="1794967" cy="999897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08362" y="3124505"/>
            <a:ext cx="1794967" cy="999897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56348" y="3258007"/>
            <a:ext cx="960485" cy="37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[+00%]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844077" y="3258007"/>
            <a:ext cx="1059149" cy="37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▼30%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332720" y="3258007"/>
            <a:ext cx="885596" cy="37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[T+00]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356348" y="3504895"/>
            <a:ext cx="632399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클릭률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844077" y="3504895"/>
            <a:ext cx="817839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5%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332720" y="3504895"/>
            <a:ext cx="767912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32904" y="4286707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92186" y="4286707"/>
            <a:ext cx="1238646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19972" y="4286707"/>
            <a:ext cx="928389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01784" y="4286707"/>
            <a:ext cx="1225569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715854" y="4286707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56348" y="4334256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015630" y="4334256"/>
            <a:ext cx="104726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TensorFlow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9043416" y="4334256"/>
            <a:ext cx="73700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9825228" y="4334256"/>
            <a:ext cx="103418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Apache Kafka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839298" y="4334256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7232904" y="5952744"/>
            <a:ext cx="2539105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시스템 플로우 다이어그램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849203" cy="102581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975652" cy="629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167252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프로젝트명: CI/CD 파이프라인 자동화 프로젝트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086307"/>
            <a:ext cx="315248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기간/역할: 2021.06-2021.12 / 자동화 엔지니어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466698"/>
            <a:ext cx="83685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문제/목표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115007"/>
            <a:ext cx="8237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기여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3905402"/>
            <a:ext cx="89867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5029200"/>
            <a:ext cx="82378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5772607"/>
            <a:ext cx="99733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산출물/링크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1733702"/>
            <a:ext cx="1900763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과정의 비효율성 문제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09905" y="2609698"/>
            <a:ext cx="108411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프로세스 자동화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09905" y="3066898"/>
            <a:ext cx="108411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 교육 및 문서화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09905" y="3524098"/>
            <a:ext cx="108411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효율성 30% 향상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9905" y="4172407"/>
            <a:ext cx="2612806" cy="999897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28570" y="4172407"/>
            <a:ext cx="2612806" cy="999897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7234" y="4172407"/>
            <a:ext cx="2612806" cy="999897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3349" y="4286707"/>
            <a:ext cx="397033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지표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852014" y="4286707"/>
            <a:ext cx="397033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효율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970678" y="4286707"/>
            <a:ext cx="397033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33349" y="4457700"/>
            <a:ext cx="972372" cy="37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[+XX%]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852014" y="4457700"/>
            <a:ext cx="811895" cy="37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95%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970678" y="4457700"/>
            <a:ext cx="750081" cy="37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시간 1시간→15분 단축, 연간 배포 횟수 50% 증가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9905" y="5296205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69187" y="5296205"/>
            <a:ext cx="1238646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96973" y="5296205"/>
            <a:ext cx="928389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3349" y="5343754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Actions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392631" y="5343754"/>
            <a:ext cx="104726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 CodePipeline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2420417" y="5343754"/>
            <a:ext cx="73700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00100" y="6038698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Repository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588313" y="6038698"/>
            <a:ext cx="104726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github.com/project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2711196" y="6038698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문서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09905" y="6219749"/>
            <a:ext cx="1808042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실시간 모니터링 대시보드 운영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32904" y="457200"/>
            <a:ext cx="5658307" cy="3658057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687714" y="1580998"/>
            <a:ext cx="201250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스크린샷/다이어그램 자리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232904" y="3124505"/>
            <a:ext cx="5658307" cy="1286560"/>
          </a:xfrm>
          <a:prstGeom prst="roundRect">
            <a:avLst>
              <a:gd name="adj" fmla="val 7107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04150" y="3286354"/>
            <a:ext cx="78693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KPI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94753" y="3552444"/>
            <a:ext cx="4028846" cy="75895"/>
          </a:xfrm>
          <a:prstGeom prst="roundRect">
            <a:avLst>
              <a:gd name="adj" fmla="val 602411"/>
            </a:avLst>
          </a:prstGeom>
          <a:solidFill>
            <a:srgbClr val="F3F4F6"/>
          </a:solidFill>
          <a:ln/>
        </p:spPr>
      </p:sp>
      <p:sp>
        <p:nvSpPr>
          <p:cNvPr id="39" name="Shape 37"/>
          <p:cNvSpPr/>
          <p:nvPr/>
        </p:nvSpPr>
        <p:spPr>
          <a:xfrm>
            <a:off x="7394753" y="3552444"/>
            <a:ext cx="2419502" cy="75895"/>
          </a:xfrm>
          <a:prstGeom prst="roundRect">
            <a:avLst>
              <a:gd name="adj" fmla="val 602411"/>
            </a:avLst>
          </a:prstGeom>
          <a:solidFill>
            <a:srgbClr val="3B82F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394753" y="3657600"/>
            <a:ext cx="1126906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100%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232904" y="6219749"/>
            <a:ext cx="2402402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사용자 플로우 및 기술 스택 구조도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849203" cy="86589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752173" cy="629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329394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카테고리별 핵심 기술을 정리해 주세요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905" y="1295705"/>
            <a:ext cx="3962003" cy="1313992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06647" y="1295705"/>
            <a:ext cx="3962003" cy="1313992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905" y="2324405"/>
            <a:ext cx="3962003" cy="1313992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06647" y="2324405"/>
            <a:ext cx="3962003" cy="1313992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37844" y="1457554"/>
            <a:ext cx="1306403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프로그래밍 언어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216298" y="1457554"/>
            <a:ext cx="180209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프레임워크/라이브러리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37844" y="2486254"/>
            <a:ext cx="131947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클라우드/인프라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177894" y="2486254"/>
            <a:ext cx="164162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데이터베이스/데이터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1754" y="1723644"/>
            <a:ext cx="854690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05102" y="1723644"/>
            <a:ext cx="854690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38451" y="1723644"/>
            <a:ext cx="854690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68496" y="1723644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7778" y="1723644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87975" y="1723644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1754" y="2752344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31036" y="2752344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90318" y="2752344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68496" y="2752344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27778" y="2752344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87975" y="2752344"/>
            <a:ext cx="767912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5198" y="1772107"/>
            <a:ext cx="66330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628546" y="1772107"/>
            <a:ext cx="66330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2361895" y="1772107"/>
            <a:ext cx="663305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Node.js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092854" y="1772107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752137" y="1772107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411419" y="1772107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95198" y="2800807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554480" y="2800807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214677" y="2800807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092854" y="2800807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752137" y="2800807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411419" y="2800807"/>
            <a:ext cx="57652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09905" y="5152644"/>
            <a:ext cx="2699582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32904" y="457200"/>
            <a:ext cx="5658307" cy="1313992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623353" y="619049"/>
            <a:ext cx="83685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도구/협업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94753" y="886054"/>
            <a:ext cx="681136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87284" y="886054"/>
            <a:ext cx="742950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32850" y="886054"/>
            <a:ext cx="941466" cy="42931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518197" y="933602"/>
            <a:ext cx="48975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8111642" y="933602"/>
            <a:ext cx="55156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756294" y="933602"/>
            <a:ext cx="750081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Figma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232904" y="1485900"/>
            <a:ext cx="5658307" cy="2200047"/>
          </a:xfrm>
          <a:prstGeom prst="roundRect">
            <a:avLst>
              <a:gd name="adj" fmla="val 2429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623353" y="1647749"/>
            <a:ext cx="83685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인증/자격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394753" y="2143354"/>
            <a:ext cx="126955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7394753" y="2600554"/>
            <a:ext cx="1269552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232904" y="3105302"/>
            <a:ext cx="5658307" cy="3086100"/>
          </a:xfrm>
          <a:prstGeom prst="roundRect">
            <a:avLst>
              <a:gd name="adj" fmla="val 123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623353" y="3267151"/>
            <a:ext cx="985449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숙련도 표시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394753" y="3534156"/>
            <a:ext cx="372069" cy="314097"/>
          </a:xfrm>
          <a:prstGeom prst="roundRect">
            <a:avLst>
              <a:gd name="adj" fmla="val 7939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480706" y="3552444"/>
            <a:ext cx="260330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785202" y="3534156"/>
            <a:ext cx="372069" cy="314097"/>
          </a:xfrm>
          <a:prstGeom prst="roundRect">
            <a:avLst>
              <a:gd name="adj" fmla="val 7939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871155" y="3552444"/>
            <a:ext cx="260330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176565" y="3534156"/>
            <a:ext cx="372069" cy="314097"/>
          </a:xfrm>
          <a:prstGeom prst="roundRect">
            <a:avLst>
              <a:gd name="adj" fmla="val 7939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262518" y="3552444"/>
            <a:ext cx="260330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8567014" y="3552444"/>
            <a:ext cx="1449050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또는 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7394753" y="3847795"/>
            <a:ext cx="582472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7394753" y="4153205"/>
            <a:ext cx="594360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7394753" y="4457700"/>
            <a:ext cx="582472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Node.js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11237976" y="3847795"/>
            <a:ext cx="360181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11237976" y="4153205"/>
            <a:ext cx="360181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11237976" y="4457700"/>
            <a:ext cx="360181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394753" y="4009644"/>
            <a:ext cx="4028846" cy="75895"/>
          </a:xfrm>
          <a:prstGeom prst="roundRect">
            <a:avLst>
              <a:gd name="adj" fmla="val 60241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94753" y="4315054"/>
            <a:ext cx="4028846" cy="75895"/>
          </a:xfrm>
          <a:prstGeom prst="roundRect">
            <a:avLst>
              <a:gd name="adj" fmla="val 60241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94753" y="4619549"/>
            <a:ext cx="4028846" cy="75895"/>
          </a:xfrm>
          <a:prstGeom prst="roundRect">
            <a:avLst>
              <a:gd name="adj" fmla="val 60241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03897" y="4019702"/>
            <a:ext cx="3209544" cy="75895"/>
          </a:xfrm>
          <a:prstGeom prst="roundRect">
            <a:avLst>
              <a:gd name="adj" fmla="val 602411"/>
            </a:avLst>
          </a:prstGeom>
          <a:solidFill>
            <a:srgbClr val="3B82F6"/>
          </a:solidFill>
          <a:ln/>
        </p:spPr>
      </p:sp>
      <p:sp>
        <p:nvSpPr>
          <p:cNvPr id="69" name="Shape 67"/>
          <p:cNvSpPr/>
          <p:nvPr/>
        </p:nvSpPr>
        <p:spPr>
          <a:xfrm>
            <a:off x="7403897" y="4324198"/>
            <a:ext cx="2210105" cy="75895"/>
          </a:xfrm>
          <a:prstGeom prst="roundRect">
            <a:avLst>
              <a:gd name="adj" fmla="val 602411"/>
            </a:avLst>
          </a:prstGeom>
          <a:solidFill>
            <a:srgbClr val="60A5FA"/>
          </a:solidFill>
          <a:ln/>
        </p:spPr>
      </p:sp>
      <p:sp>
        <p:nvSpPr>
          <p:cNvPr id="70" name="Shape 68"/>
          <p:cNvSpPr/>
          <p:nvPr/>
        </p:nvSpPr>
        <p:spPr>
          <a:xfrm>
            <a:off x="7403897" y="4629607"/>
            <a:ext cx="1209751" cy="75895"/>
          </a:xfrm>
          <a:prstGeom prst="roundRect">
            <a:avLst>
              <a:gd name="adj" fmla="val 602411"/>
            </a:avLst>
          </a:prstGeom>
          <a:solidFill>
            <a:srgbClr val="93C5FD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7394753" y="4772254"/>
            <a:ext cx="39501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 바는 편집하여 실제 숙련도를 표시하세요.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7232904" y="5152644"/>
            <a:ext cx="3480571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849203" cy="107163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342900"/>
            <a:ext cx="1306403" cy="629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연락처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80230" y="895198"/>
            <a:ext cx="4285335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성장하는 파트너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715000" y="1447495"/>
            <a:ext cx="761695" cy="57607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480767" y="1657807"/>
            <a:ext cx="955968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제안이나 협업 기회가 있으시면 언제든지 아래 연락처로 연락해주세요. 함께 멋진 가치를 만들어 나가길 기대합니다.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2190902"/>
            <a:ext cx="3504346" cy="2228850"/>
          </a:xfrm>
          <a:prstGeom prst="roundRect">
            <a:avLst>
              <a:gd name="adj" fmla="val 3156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08706" y="2381098"/>
            <a:ext cx="693023" cy="799642"/>
          </a:xfrm>
          <a:prstGeom prst="roundRect">
            <a:avLst>
              <a:gd name="adj" fmla="val 171527"/>
            </a:avLst>
          </a:prstGeom>
          <a:solidFill>
            <a:srgbClr val="F3F4F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79699" y="2553005"/>
            <a:ext cx="190195" cy="19019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964485" y="3029407"/>
            <a:ext cx="706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946197" y="3295498"/>
            <a:ext cx="73700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example@example.com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49394" y="2190902"/>
            <a:ext cx="3504346" cy="2228850"/>
          </a:xfrm>
          <a:prstGeom prst="roundRect">
            <a:avLst>
              <a:gd name="adj" fmla="val 3156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29300" y="2381098"/>
            <a:ext cx="693023" cy="799642"/>
          </a:xfrm>
          <a:prstGeom prst="roundRect">
            <a:avLst>
              <a:gd name="adj" fmla="val 171527"/>
            </a:avLst>
          </a:prstGeom>
          <a:solidFill>
            <a:srgbClr val="F3F4F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00293" y="2553005"/>
            <a:ext cx="190195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5584" y="3029407"/>
            <a:ext cx="87965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전화번호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805526" y="3295498"/>
            <a:ext cx="88559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010-1234-5678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670902" y="2190902"/>
            <a:ext cx="3504346" cy="2228850"/>
          </a:xfrm>
          <a:prstGeom prst="roundRect">
            <a:avLst>
              <a:gd name="adj" fmla="val 3156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749894" y="2381098"/>
            <a:ext cx="693023" cy="799642"/>
          </a:xfrm>
          <a:prstGeom prst="roundRect">
            <a:avLst>
              <a:gd name="adj" fmla="val 171527"/>
            </a:avLst>
          </a:prstGeom>
          <a:solidFill>
            <a:srgbClr val="F3F4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921801" y="2553005"/>
            <a:ext cx="190195" cy="1901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736178" y="3029407"/>
            <a:ext cx="87965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웹사이트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726119" y="3295498"/>
            <a:ext cx="885596" cy="28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277002" y="3981298"/>
            <a:ext cx="2130186" cy="2457907"/>
          </a:xfrm>
          <a:prstGeom prst="roundRect">
            <a:avLst>
              <a:gd name="adj" fmla="val 1947"/>
            </a:avLst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410505" y="4114800"/>
            <a:ext cx="1783080" cy="20574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530" b="-530"/>
          <a:stretch/>
        </p:blipFill>
        <p:spPr>
          <a:xfrm>
            <a:off x="5971946" y="4657954"/>
            <a:ext cx="322142" cy="42931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617159" y="5686654"/>
            <a:ext cx="1362272" cy="244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 QR 코드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5105095" y="6152998"/>
            <a:ext cx="495696" cy="571957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3" b="-43"/>
          <a:stretch/>
        </p:blipFill>
        <p:spPr>
          <a:xfrm>
            <a:off x="5229454" y="6267298"/>
            <a:ext cx="133502" cy="152705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5639105" y="6152998"/>
            <a:ext cx="495696" cy="571957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-1613" r="-1613" t="0" b="0"/>
          <a:stretch/>
        </p:blipFill>
        <p:spPr>
          <a:xfrm>
            <a:off x="5753405" y="6267298"/>
            <a:ext cx="152705" cy="152705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6172200" y="6152998"/>
            <a:ext cx="495696" cy="571957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rcRect l="-33" r="-33" t="0" b="0"/>
          <a:stretch/>
        </p:blipFill>
        <p:spPr>
          <a:xfrm>
            <a:off x="6277356" y="6267298"/>
            <a:ext cx="171907" cy="152705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705295" y="6152998"/>
            <a:ext cx="495696" cy="571957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3" b="-43"/>
          <a:stretch/>
        </p:blipFill>
        <p:spPr>
          <a:xfrm>
            <a:off x="6829654" y="6267298"/>
            <a:ext cx="133502" cy="152705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0" y="6687007"/>
            <a:ext cx="15849203" cy="685800"/>
          </a:xfrm>
          <a:prstGeom prst="rect">
            <a:avLst/>
          </a:prstGeom>
          <a:solidFill>
            <a:srgbClr val="37415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2025-11-11T07:01:41Z</dcterms:created>
  <dcterms:modified xsi:type="dcterms:W3CDTF">2025-11-11T07:01:41Z</dcterms:modified>
</cp:coreProperties>
</file>