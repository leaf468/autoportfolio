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4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04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137C-F100-60CF-A533-2413484D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5C2F4-181C-66FA-3CAE-C47BEDF88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0625B-203E-6EEE-DF03-BB9AD1953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2C25E-035A-1955-4FCF-541AA102C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46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A4537-99DC-D016-5A49-BAA7FF47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15A26-F8F0-1849-07FD-4E0EC6AC1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50C0C-ABF4-01B9-3A4B-AE8765C0B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0C3B0-09AD-7005-6E72-C24576965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1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609905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28800" y="1928470"/>
            <a:ext cx="8534095" cy="2381098"/>
          </a:xfrm>
          <a:prstGeom prst="roundRect">
            <a:avLst>
              <a:gd name="adj" fmla="val 184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426433" y="2118665"/>
            <a:ext cx="3560111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569453" y="3086347"/>
            <a:ext cx="527406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직무/포지션]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73986" y="3590849"/>
            <a:ext cx="8752536" cy="63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소개: 나를 가장 잘 드러내는 문장]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5857646"/>
            <a:ext cx="85340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828799" y="6019495"/>
            <a:ext cx="2597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이메일: [이메일]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97196" y="6019495"/>
            <a:ext cx="2768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전화: [전화번호]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6019495"/>
            <a:ext cx="3560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링크: [GitHub / Blog / LinkedIn]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571500"/>
            <a:ext cx="1243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1695" y="1043330"/>
            <a:ext cx="609905" cy="3840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4" y="1347826"/>
            <a:ext cx="105025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소개: 나를 가장 잘 드러내는 문장]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1695" y="2033626"/>
            <a:ext cx="3429000" cy="1162202"/>
          </a:xfrm>
          <a:prstGeom prst="roundRect">
            <a:avLst>
              <a:gd name="adj" fmla="val 515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61949" y="2233879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1949" y="2510028"/>
            <a:ext cx="30573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키워드]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1949" y="2805378"/>
            <a:ext cx="3057392" cy="305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근거 1줄]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1805" y="2033626"/>
            <a:ext cx="3429000" cy="1162202"/>
          </a:xfrm>
          <a:prstGeom prst="roundRect">
            <a:avLst>
              <a:gd name="adj" fmla="val 515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81144" y="2233879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3" y="2510028"/>
            <a:ext cx="3135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키워드]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805379"/>
            <a:ext cx="31359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근거 1줄]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033626"/>
            <a:ext cx="3429000" cy="1162202"/>
          </a:xfrm>
          <a:prstGeom prst="roundRect">
            <a:avLst>
              <a:gd name="adj" fmla="val 515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01254" y="2233879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01253" y="2510028"/>
            <a:ext cx="30629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[강점 키워드]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01254" y="2805379"/>
            <a:ext cx="30629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근거 1줄]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" y="3500323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 · 일하는 방식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1695" y="3804818"/>
            <a:ext cx="819302" cy="286207"/>
          </a:xfrm>
          <a:prstGeom prst="roundRect">
            <a:avLst>
              <a:gd name="adj" fmla="val 638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655064" y="3804818"/>
            <a:ext cx="819302" cy="286207"/>
          </a:xfrm>
          <a:prstGeom prst="roundRect">
            <a:avLst>
              <a:gd name="adj" fmla="val 638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548433" y="3804818"/>
            <a:ext cx="819302" cy="286207"/>
          </a:xfrm>
          <a:prstGeom prst="roundRect">
            <a:avLst>
              <a:gd name="adj" fmla="val 638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86054" y="3853282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1]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79422" y="3853282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2]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672791" y="3853282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3]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723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972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71500"/>
            <a:ext cx="13194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1695" y="1043330"/>
            <a:ext cx="609905" cy="3840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38623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1695" y="1690726"/>
            <a:ext cx="847649" cy="400507"/>
          </a:xfrm>
          <a:prstGeom prst="roundRect">
            <a:avLst>
              <a:gd name="adj" fmla="val 228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723644" y="1690726"/>
            <a:ext cx="847649" cy="400507"/>
          </a:xfrm>
          <a:prstGeom prst="roundRect">
            <a:avLst>
              <a:gd name="adj" fmla="val 228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85593" y="1690726"/>
            <a:ext cx="847649" cy="400507"/>
          </a:xfrm>
          <a:prstGeom prst="roundRect">
            <a:avLst>
              <a:gd name="adj" fmla="val 228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46627" y="1690726"/>
            <a:ext cx="847649" cy="400507"/>
          </a:xfrm>
          <a:prstGeom prst="roundRect">
            <a:avLst>
              <a:gd name="adj" fmla="val 228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08576" y="1690726"/>
            <a:ext cx="847649" cy="400507"/>
          </a:xfrm>
          <a:prstGeom prst="roundRect">
            <a:avLst>
              <a:gd name="adj" fmla="val 2283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23544" y="1776679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[기술 1]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85493" y="1776679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[기술 2]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47442" y="1776679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[기술 3]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08476" y="1776679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[기술 4]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70425" y="1776679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[기술 5]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1695" y="2471623"/>
            <a:ext cx="1066830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61695" y="3690518"/>
            <a:ext cx="1066830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61695" y="4910328"/>
            <a:ext cx="1066830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61949" y="2671877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61949" y="3890772"/>
            <a:ext cx="1452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· 라이브러리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1949" y="5110582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 · 플랫폼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1949" y="2976372"/>
            <a:ext cx="694944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732788" y="2976372"/>
            <a:ext cx="694944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503627" y="2976372"/>
            <a:ext cx="694944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61949" y="4196182"/>
            <a:ext cx="1067105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01291" y="4196182"/>
            <a:ext cx="1067105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39719" y="4196182"/>
            <a:ext cx="1067105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61949" y="5415077"/>
            <a:ext cx="580644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610258" y="5415077"/>
            <a:ext cx="580644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258568" y="5415077"/>
            <a:ext cx="819302" cy="286207"/>
          </a:xfrm>
          <a:prstGeom prst="roundRect">
            <a:avLst>
              <a:gd name="adj" fmla="val 6389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086307" y="3023921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1]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856232" y="3023921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2]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627071" y="3023921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 3]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86307" y="424373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 1]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224735" y="424373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 2]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363163" y="424373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[라이브러리 1]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86307" y="5462626"/>
            <a:ext cx="433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[툴 1]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733702" y="5462626"/>
            <a:ext cx="433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[툴 2]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382012" y="5462626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[플랫폼 1]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61694" y="6195974"/>
            <a:ext cx="454383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[중요 기술 위주로 간결하게 입력하고, 필요 없는 항목은 삭제하세요]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571500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1695" y="1043330"/>
            <a:ext cx="533095" cy="1920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075627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4" y="1332573"/>
            <a:ext cx="63726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647126"/>
            <a:ext cx="48653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206592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2342071"/>
            <a:ext cx="47749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요약]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3106508"/>
            <a:ext cx="2286000" cy="23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19602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9602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343046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1]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37076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161434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9602" y="3468612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343046" y="3516161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3]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61695" y="3982505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기여/성과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1695" y="4478108"/>
            <a:ext cx="4865382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1: 수치/결과 중심]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" y="4973713"/>
            <a:ext cx="4774947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2: 수치/결과 중심]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1695" y="5468404"/>
            <a:ext cx="486538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3: 수치/결과 중심]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" y="59256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16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86054" y="6278563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[코드 저장소]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619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3286354" y="6278563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[배포 링크]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29299" y="1075627"/>
            <a:ext cx="5856933" cy="455828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991149" y="1386822"/>
            <a:ext cx="5452376" cy="3818235"/>
          </a:xfrm>
          <a:prstGeom prst="roundRect">
            <a:avLst>
              <a:gd name="adj" fmla="val 563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413041" y="3538251"/>
            <a:ext cx="2030785" cy="23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[스크린샷/목업 이미지 1장]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991149" y="5269063"/>
            <a:ext cx="1774793" cy="203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여기에 배치하세요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AE78-B9F6-0B99-720F-FCE43AA7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19A5103-6844-2A2B-DB1E-AE59EAAEF60F}"/>
              </a:ext>
            </a:extLst>
          </p:cNvPr>
          <p:cNvSpPr txBox="1"/>
          <p:nvPr/>
        </p:nvSpPr>
        <p:spPr>
          <a:xfrm>
            <a:off x="761695" y="571500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</a:t>
            </a:r>
            <a:r>
              <a:rPr lang="en-US" altLang="ko-KR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C7892D-959D-AA10-E1F7-C822E2CEAFF5}"/>
              </a:ext>
            </a:extLst>
          </p:cNvPr>
          <p:cNvSpPr/>
          <p:nvPr/>
        </p:nvSpPr>
        <p:spPr>
          <a:xfrm>
            <a:off x="761695" y="1043330"/>
            <a:ext cx="533095" cy="1920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662F1F-9AD5-D4C6-21CA-2FAEAD993456}"/>
              </a:ext>
            </a:extLst>
          </p:cNvPr>
          <p:cNvSpPr txBox="1"/>
          <p:nvPr/>
        </p:nvSpPr>
        <p:spPr>
          <a:xfrm>
            <a:off x="761695" y="1075627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82D818-D440-38E3-551A-BEF108D3AA5A}"/>
              </a:ext>
            </a:extLst>
          </p:cNvPr>
          <p:cNvSpPr txBox="1"/>
          <p:nvPr/>
        </p:nvSpPr>
        <p:spPr>
          <a:xfrm>
            <a:off x="761694" y="1332573"/>
            <a:ext cx="63726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7168CA-8344-136A-747E-7BD018189CFE}"/>
              </a:ext>
            </a:extLst>
          </p:cNvPr>
          <p:cNvSpPr txBox="1"/>
          <p:nvPr/>
        </p:nvSpPr>
        <p:spPr>
          <a:xfrm>
            <a:off x="761695" y="1647126"/>
            <a:ext cx="48653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92F741-1F77-D7DC-9514-5D4D859314E6}"/>
              </a:ext>
            </a:extLst>
          </p:cNvPr>
          <p:cNvSpPr txBox="1"/>
          <p:nvPr/>
        </p:nvSpPr>
        <p:spPr>
          <a:xfrm>
            <a:off x="761695" y="206592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7B617A5-2697-4072-304D-99847C9D51B4}"/>
              </a:ext>
            </a:extLst>
          </p:cNvPr>
          <p:cNvSpPr txBox="1"/>
          <p:nvPr/>
        </p:nvSpPr>
        <p:spPr>
          <a:xfrm>
            <a:off x="761695" y="2342071"/>
            <a:ext cx="47749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요약]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E99329-3988-0967-B2B8-B28790DF7409}"/>
              </a:ext>
            </a:extLst>
          </p:cNvPr>
          <p:cNvSpPr txBox="1"/>
          <p:nvPr/>
        </p:nvSpPr>
        <p:spPr>
          <a:xfrm>
            <a:off x="761695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D5BDBA-7BE9-FD33-101B-956AB3745A43}"/>
              </a:ext>
            </a:extLst>
          </p:cNvPr>
          <p:cNvSpPr txBox="1"/>
          <p:nvPr/>
        </p:nvSpPr>
        <p:spPr>
          <a:xfrm>
            <a:off x="761695" y="3106508"/>
            <a:ext cx="2286000" cy="23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1CB9CD8-EF94-08F4-3553-8D9D134F5D8F}"/>
              </a:ext>
            </a:extLst>
          </p:cNvPr>
          <p:cNvSpPr txBox="1"/>
          <p:nvPr/>
        </p:nvSpPr>
        <p:spPr>
          <a:xfrm>
            <a:off x="3219602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FFC4F7-C877-FA9F-DAA7-D4DD74E9D186}"/>
              </a:ext>
            </a:extLst>
          </p:cNvPr>
          <p:cNvSpPr/>
          <p:nvPr/>
        </p:nvSpPr>
        <p:spPr>
          <a:xfrm>
            <a:off x="3219602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E5F8AE-21E3-B166-7539-86E88461EB02}"/>
              </a:ext>
            </a:extLst>
          </p:cNvPr>
          <p:cNvSpPr txBox="1"/>
          <p:nvPr/>
        </p:nvSpPr>
        <p:spPr>
          <a:xfrm>
            <a:off x="3343046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1]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7AE797F-CDDD-5F74-19F9-5DBCD3A59B67}"/>
              </a:ext>
            </a:extLst>
          </p:cNvPr>
          <p:cNvSpPr/>
          <p:nvPr/>
        </p:nvSpPr>
        <p:spPr>
          <a:xfrm>
            <a:off x="4037076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2F1B93D-A2E2-B828-68B0-B330CDB86160}"/>
              </a:ext>
            </a:extLst>
          </p:cNvPr>
          <p:cNvSpPr txBox="1"/>
          <p:nvPr/>
        </p:nvSpPr>
        <p:spPr>
          <a:xfrm>
            <a:off x="4161434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2]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4937135-8D6E-2CC2-7447-29C1BEF2B3E4}"/>
              </a:ext>
            </a:extLst>
          </p:cNvPr>
          <p:cNvSpPr/>
          <p:nvPr/>
        </p:nvSpPr>
        <p:spPr>
          <a:xfrm>
            <a:off x="3219602" y="3468612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309FA88-3C26-D3A0-C869-F8D47AE360AC}"/>
              </a:ext>
            </a:extLst>
          </p:cNvPr>
          <p:cNvSpPr txBox="1"/>
          <p:nvPr/>
        </p:nvSpPr>
        <p:spPr>
          <a:xfrm>
            <a:off x="3343046" y="3516161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3]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32CFF37-599A-61AB-A604-4CE529F0D72A}"/>
              </a:ext>
            </a:extLst>
          </p:cNvPr>
          <p:cNvSpPr txBox="1"/>
          <p:nvPr/>
        </p:nvSpPr>
        <p:spPr>
          <a:xfrm>
            <a:off x="761695" y="3982505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기여/성과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C37E6EB-8766-4C75-815F-52F0DE565564}"/>
              </a:ext>
            </a:extLst>
          </p:cNvPr>
          <p:cNvSpPr txBox="1"/>
          <p:nvPr/>
        </p:nvSpPr>
        <p:spPr>
          <a:xfrm>
            <a:off x="761695" y="4478108"/>
            <a:ext cx="4865382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1: 수치/결과 중심]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3F5528B-5835-A907-97A3-76600113ED4A}"/>
              </a:ext>
            </a:extLst>
          </p:cNvPr>
          <p:cNvSpPr txBox="1"/>
          <p:nvPr/>
        </p:nvSpPr>
        <p:spPr>
          <a:xfrm>
            <a:off x="761695" y="4973713"/>
            <a:ext cx="4774947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2: 수치/결과 중심]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614DA93-40CE-D59B-B5B6-2064F7D75987}"/>
              </a:ext>
            </a:extLst>
          </p:cNvPr>
          <p:cNvSpPr txBox="1"/>
          <p:nvPr/>
        </p:nvSpPr>
        <p:spPr>
          <a:xfrm>
            <a:off x="761695" y="5468404"/>
            <a:ext cx="486538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3: 수치/결과 중심]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B3110C3-A1FA-3271-EB61-8071C33DC0DB}"/>
              </a:ext>
            </a:extLst>
          </p:cNvPr>
          <p:cNvSpPr txBox="1"/>
          <p:nvPr/>
        </p:nvSpPr>
        <p:spPr>
          <a:xfrm>
            <a:off x="761695" y="59256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CAB547A-B54A-E1DB-3BF7-6884691F507D}"/>
              </a:ext>
            </a:extLst>
          </p:cNvPr>
          <p:cNvSpPr/>
          <p:nvPr/>
        </p:nvSpPr>
        <p:spPr>
          <a:xfrm>
            <a:off x="7616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39A702E-E880-F27E-DB68-D697A70312DA}"/>
              </a:ext>
            </a:extLst>
          </p:cNvPr>
          <p:cNvSpPr txBox="1"/>
          <p:nvPr/>
        </p:nvSpPr>
        <p:spPr>
          <a:xfrm>
            <a:off x="886054" y="6278563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[코드 저장소]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E3D38D9-C518-0925-1042-805F77B37DC1}"/>
              </a:ext>
            </a:extLst>
          </p:cNvPr>
          <p:cNvSpPr/>
          <p:nvPr/>
        </p:nvSpPr>
        <p:spPr>
          <a:xfrm>
            <a:off x="31619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995B88B-3132-5B8C-4460-792166B3F2AF}"/>
              </a:ext>
            </a:extLst>
          </p:cNvPr>
          <p:cNvSpPr txBox="1"/>
          <p:nvPr/>
        </p:nvSpPr>
        <p:spPr>
          <a:xfrm>
            <a:off x="3286354" y="6278563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[배포 링크]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0818554-B124-93DE-4E46-809D5B2A55CF}"/>
              </a:ext>
            </a:extLst>
          </p:cNvPr>
          <p:cNvSpPr/>
          <p:nvPr/>
        </p:nvSpPr>
        <p:spPr>
          <a:xfrm>
            <a:off x="5829299" y="1075627"/>
            <a:ext cx="5856933" cy="455828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FAB227D-98D7-E15D-FD16-A696CD7BF794}"/>
              </a:ext>
            </a:extLst>
          </p:cNvPr>
          <p:cNvSpPr/>
          <p:nvPr/>
        </p:nvSpPr>
        <p:spPr>
          <a:xfrm>
            <a:off x="5991149" y="1386822"/>
            <a:ext cx="5452376" cy="3818235"/>
          </a:xfrm>
          <a:prstGeom prst="roundRect">
            <a:avLst>
              <a:gd name="adj" fmla="val 563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B2A8959-EA77-398D-E387-E9809588F9DA}"/>
              </a:ext>
            </a:extLst>
          </p:cNvPr>
          <p:cNvSpPr txBox="1"/>
          <p:nvPr/>
        </p:nvSpPr>
        <p:spPr>
          <a:xfrm>
            <a:off x="7413041" y="3538251"/>
            <a:ext cx="2030785" cy="23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[스크린샷/목업 이미지 1장]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C1C545D-5093-3DE1-AE65-631E93AEA942}"/>
              </a:ext>
            </a:extLst>
          </p:cNvPr>
          <p:cNvSpPr txBox="1"/>
          <p:nvPr/>
        </p:nvSpPr>
        <p:spPr>
          <a:xfrm>
            <a:off x="5991149" y="5269063"/>
            <a:ext cx="1774793" cy="203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여기에 배치하세요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6751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3890-3CD4-F160-2227-EADEBC39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84B7B36-5D0C-7240-E6E2-1B1761382B69}"/>
              </a:ext>
            </a:extLst>
          </p:cNvPr>
          <p:cNvSpPr txBox="1"/>
          <p:nvPr/>
        </p:nvSpPr>
        <p:spPr>
          <a:xfrm>
            <a:off x="761695" y="571500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</a:t>
            </a:r>
            <a:r>
              <a:rPr lang="en-US" altLang="ko-KR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50751F-8A77-AAE5-1B4A-8B338154BF63}"/>
              </a:ext>
            </a:extLst>
          </p:cNvPr>
          <p:cNvSpPr/>
          <p:nvPr/>
        </p:nvSpPr>
        <p:spPr>
          <a:xfrm>
            <a:off x="761695" y="1043330"/>
            <a:ext cx="533095" cy="1920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BC5C0C-5F04-2B81-27B5-F740E0C94D64}"/>
              </a:ext>
            </a:extLst>
          </p:cNvPr>
          <p:cNvSpPr txBox="1"/>
          <p:nvPr/>
        </p:nvSpPr>
        <p:spPr>
          <a:xfrm>
            <a:off x="761695" y="1075627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339188-B1BB-FE95-8D96-C646CE67277B}"/>
              </a:ext>
            </a:extLst>
          </p:cNvPr>
          <p:cNvSpPr txBox="1"/>
          <p:nvPr/>
        </p:nvSpPr>
        <p:spPr>
          <a:xfrm>
            <a:off x="761694" y="1332573"/>
            <a:ext cx="63726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DCB13C-4887-3999-D5DE-41D3FC126996}"/>
              </a:ext>
            </a:extLst>
          </p:cNvPr>
          <p:cNvSpPr txBox="1"/>
          <p:nvPr/>
        </p:nvSpPr>
        <p:spPr>
          <a:xfrm>
            <a:off x="761695" y="1647126"/>
            <a:ext cx="48653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9AA902-DBFA-B142-8ED1-FACB66AA99CD}"/>
              </a:ext>
            </a:extLst>
          </p:cNvPr>
          <p:cNvSpPr txBox="1"/>
          <p:nvPr/>
        </p:nvSpPr>
        <p:spPr>
          <a:xfrm>
            <a:off x="761695" y="206592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DF8D90-7D8A-0E75-44CC-4AC842B7D03D}"/>
              </a:ext>
            </a:extLst>
          </p:cNvPr>
          <p:cNvSpPr txBox="1"/>
          <p:nvPr/>
        </p:nvSpPr>
        <p:spPr>
          <a:xfrm>
            <a:off x="761695" y="2342071"/>
            <a:ext cx="47749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요약]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D4C81A-CFE3-0C0A-0189-16F06A854490}"/>
              </a:ext>
            </a:extLst>
          </p:cNvPr>
          <p:cNvSpPr txBox="1"/>
          <p:nvPr/>
        </p:nvSpPr>
        <p:spPr>
          <a:xfrm>
            <a:off x="761695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3CF6D1-DE63-B87B-E495-593AEBD3B833}"/>
              </a:ext>
            </a:extLst>
          </p:cNvPr>
          <p:cNvSpPr txBox="1"/>
          <p:nvPr/>
        </p:nvSpPr>
        <p:spPr>
          <a:xfrm>
            <a:off x="761695" y="3106508"/>
            <a:ext cx="2286000" cy="23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1069BE1-7745-8872-D36F-4F60A2698F9A}"/>
              </a:ext>
            </a:extLst>
          </p:cNvPr>
          <p:cNvSpPr txBox="1"/>
          <p:nvPr/>
        </p:nvSpPr>
        <p:spPr>
          <a:xfrm>
            <a:off x="3219602" y="28395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2E3E1E-5C74-32F0-B62E-C9179600EB16}"/>
              </a:ext>
            </a:extLst>
          </p:cNvPr>
          <p:cNvSpPr/>
          <p:nvPr/>
        </p:nvSpPr>
        <p:spPr>
          <a:xfrm>
            <a:off x="3219602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34D3EB7-F269-6C82-E5D1-6D2E4E0BF382}"/>
              </a:ext>
            </a:extLst>
          </p:cNvPr>
          <p:cNvSpPr txBox="1"/>
          <p:nvPr/>
        </p:nvSpPr>
        <p:spPr>
          <a:xfrm>
            <a:off x="3343046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1]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0C144A4-0BFE-A368-3CA3-123DB40759C5}"/>
              </a:ext>
            </a:extLst>
          </p:cNvPr>
          <p:cNvSpPr/>
          <p:nvPr/>
        </p:nvSpPr>
        <p:spPr>
          <a:xfrm>
            <a:off x="4037076" y="3106509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B2BA2F-511F-5836-3D66-BCDD252B6B37}"/>
              </a:ext>
            </a:extLst>
          </p:cNvPr>
          <p:cNvSpPr txBox="1"/>
          <p:nvPr/>
        </p:nvSpPr>
        <p:spPr>
          <a:xfrm>
            <a:off x="4161434" y="3154058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2]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440B47B-BF92-5884-2066-7824893C0E34}"/>
              </a:ext>
            </a:extLst>
          </p:cNvPr>
          <p:cNvSpPr/>
          <p:nvPr/>
        </p:nvSpPr>
        <p:spPr>
          <a:xfrm>
            <a:off x="3219602" y="3468612"/>
            <a:ext cx="743407" cy="286207"/>
          </a:xfrm>
          <a:prstGeom prst="roundRect">
            <a:avLst>
              <a:gd name="adj" fmla="val 6389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0701AB-5394-DFD2-6B9C-661780A212C8}"/>
              </a:ext>
            </a:extLst>
          </p:cNvPr>
          <p:cNvSpPr txBox="1"/>
          <p:nvPr/>
        </p:nvSpPr>
        <p:spPr>
          <a:xfrm>
            <a:off x="3343046" y="3516161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[Tech 3]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3FC5F51-959B-4C13-21F6-C0CFBCE2318A}"/>
              </a:ext>
            </a:extLst>
          </p:cNvPr>
          <p:cNvSpPr txBox="1"/>
          <p:nvPr/>
        </p:nvSpPr>
        <p:spPr>
          <a:xfrm>
            <a:off x="761695" y="3982505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기여/성과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2949261-2643-BCE3-C87D-AC7E21909DF2}"/>
              </a:ext>
            </a:extLst>
          </p:cNvPr>
          <p:cNvSpPr txBox="1"/>
          <p:nvPr/>
        </p:nvSpPr>
        <p:spPr>
          <a:xfrm>
            <a:off x="761695" y="4478108"/>
            <a:ext cx="4865382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1: 수치/결과 중심]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6D86891-AFE6-106F-5A90-8D273B1E6D5A}"/>
              </a:ext>
            </a:extLst>
          </p:cNvPr>
          <p:cNvSpPr txBox="1"/>
          <p:nvPr/>
        </p:nvSpPr>
        <p:spPr>
          <a:xfrm>
            <a:off x="761695" y="4973713"/>
            <a:ext cx="4774947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2: 수치/결과 중심]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DD7EA77-3B51-AE2B-9F6D-9CA5BD519D93}"/>
              </a:ext>
            </a:extLst>
          </p:cNvPr>
          <p:cNvSpPr txBox="1"/>
          <p:nvPr/>
        </p:nvSpPr>
        <p:spPr>
          <a:xfrm>
            <a:off x="761695" y="5468404"/>
            <a:ext cx="486538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3: 수치/결과 중심]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2C9B7A5-5AE0-2B35-29B8-63D9D7B72FB1}"/>
              </a:ext>
            </a:extLst>
          </p:cNvPr>
          <p:cNvSpPr txBox="1"/>
          <p:nvPr/>
        </p:nvSpPr>
        <p:spPr>
          <a:xfrm>
            <a:off x="761695" y="59256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AC03ABC-0CDC-E83E-BD39-E8AE9D730A9D}"/>
              </a:ext>
            </a:extLst>
          </p:cNvPr>
          <p:cNvSpPr/>
          <p:nvPr/>
        </p:nvSpPr>
        <p:spPr>
          <a:xfrm>
            <a:off x="7616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A433920-5950-3ADE-AE03-18BE23D177DA}"/>
              </a:ext>
            </a:extLst>
          </p:cNvPr>
          <p:cNvSpPr txBox="1"/>
          <p:nvPr/>
        </p:nvSpPr>
        <p:spPr>
          <a:xfrm>
            <a:off x="886054" y="6278563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[코드 저장소]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C39CB18-E08B-5128-0ED0-157AE9F92B51}"/>
              </a:ext>
            </a:extLst>
          </p:cNvPr>
          <p:cNvSpPr/>
          <p:nvPr/>
        </p:nvSpPr>
        <p:spPr>
          <a:xfrm>
            <a:off x="3161995" y="6192609"/>
            <a:ext cx="2286000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5649C48-3E84-5292-CAFF-759487CD177C}"/>
              </a:ext>
            </a:extLst>
          </p:cNvPr>
          <p:cNvSpPr txBox="1"/>
          <p:nvPr/>
        </p:nvSpPr>
        <p:spPr>
          <a:xfrm>
            <a:off x="3286354" y="6278563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[배포 링크]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A0F09C6-51C5-1908-A7DF-1869ECCAF145}"/>
              </a:ext>
            </a:extLst>
          </p:cNvPr>
          <p:cNvSpPr/>
          <p:nvPr/>
        </p:nvSpPr>
        <p:spPr>
          <a:xfrm>
            <a:off x="5829299" y="1075627"/>
            <a:ext cx="5856933" cy="455828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3C931DE-2309-45B4-DF73-47E64327C134}"/>
              </a:ext>
            </a:extLst>
          </p:cNvPr>
          <p:cNvSpPr/>
          <p:nvPr/>
        </p:nvSpPr>
        <p:spPr>
          <a:xfrm>
            <a:off x="5991149" y="1386822"/>
            <a:ext cx="5452376" cy="3818235"/>
          </a:xfrm>
          <a:prstGeom prst="roundRect">
            <a:avLst>
              <a:gd name="adj" fmla="val 563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C9C82A5-6B48-BA7B-7E75-CF9BC9370821}"/>
              </a:ext>
            </a:extLst>
          </p:cNvPr>
          <p:cNvSpPr txBox="1"/>
          <p:nvPr/>
        </p:nvSpPr>
        <p:spPr>
          <a:xfrm>
            <a:off x="7413041" y="3538251"/>
            <a:ext cx="2030785" cy="23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[스크린샷/목업 이미지 1장]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B1E4D04-0136-4E48-77D2-0AA68EF320C6}"/>
              </a:ext>
            </a:extLst>
          </p:cNvPr>
          <p:cNvSpPr txBox="1"/>
          <p:nvPr/>
        </p:nvSpPr>
        <p:spPr>
          <a:xfrm>
            <a:off x="5991149" y="5269063"/>
            <a:ext cx="1774793" cy="203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여기에 배치하세요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781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571500"/>
            <a:ext cx="14813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· 경험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1695" y="1043330"/>
            <a:ext cx="533095" cy="1920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367028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· 활동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1694" y="1709928"/>
            <a:ext cx="45719" cy="440036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09498" y="1709928"/>
            <a:ext cx="4506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 [회사/기관] | 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829300" y="1367028"/>
            <a:ext cx="890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 · 자격증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29300" y="1709928"/>
            <a:ext cx="4686300" cy="1009498"/>
          </a:xfrm>
          <a:prstGeom prst="roundRect">
            <a:avLst>
              <a:gd name="adj" fmla="val 51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991149" y="1871777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91149" y="2138782"/>
            <a:ext cx="4298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 이름] — [기관] · [연도] · [성과/역할]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91149" y="2367382"/>
            <a:ext cx="4298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 이름] — [기관] · [연도] · [성과/역할]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29300" y="2872130"/>
            <a:ext cx="4686300" cy="1009498"/>
          </a:xfrm>
          <a:prstGeom prst="roundRect">
            <a:avLst>
              <a:gd name="adj" fmla="val 51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991149" y="303397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1148" y="3300070"/>
            <a:ext cx="4298363" cy="153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 명] — [발급기관] · [취득일]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1149" y="3528670"/>
            <a:ext cx="4298362" cy="153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 명] — [발급기관] · [취득일]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29300" y="4033418"/>
            <a:ext cx="4686300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991149" y="4196182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추천/피드백 (옵션)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1149" y="4462272"/>
            <a:ext cx="3434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“[추천 코멘트/피드백를 한 문장으로 입력]” — [추천인/직함]</a:t>
            </a:r>
            <a:endParaRPr lang="en-US" sz="10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9A998A2-0890-D1A5-F555-7CB8E5F78C13}"/>
              </a:ext>
            </a:extLst>
          </p:cNvPr>
          <p:cNvSpPr txBox="1"/>
          <p:nvPr/>
        </p:nvSpPr>
        <p:spPr>
          <a:xfrm>
            <a:off x="1009497" y="2036953"/>
            <a:ext cx="450616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[직무] [담당 업무: 핵심 업무 1~2가지] 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65D63135-D0BE-E5F2-E597-50C161C3A19B}"/>
              </a:ext>
            </a:extLst>
          </p:cNvPr>
          <p:cNvSpPr txBox="1"/>
          <p:nvPr/>
        </p:nvSpPr>
        <p:spPr>
          <a:xfrm>
            <a:off x="1009496" y="2390826"/>
            <a:ext cx="4506163" cy="623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성과: 수치/결과 중심]</a:t>
            </a:r>
            <a:endParaRPr lang="en-US" sz="12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0731C13-2374-E92E-8898-92A5C0D1FF7A}"/>
              </a:ext>
            </a:extLst>
          </p:cNvPr>
          <p:cNvSpPr txBox="1"/>
          <p:nvPr/>
        </p:nvSpPr>
        <p:spPr>
          <a:xfrm>
            <a:off x="969264" y="3060092"/>
            <a:ext cx="4506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 [회사/기관] | 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996C57D-DED2-44F5-980D-331AAE080AC2}"/>
              </a:ext>
            </a:extLst>
          </p:cNvPr>
          <p:cNvSpPr txBox="1"/>
          <p:nvPr/>
        </p:nvSpPr>
        <p:spPr>
          <a:xfrm>
            <a:off x="969263" y="3387117"/>
            <a:ext cx="450616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[직무] [담당 업무: 핵심 업무 1~2가지] 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D40E984B-DF78-9FE3-D9D4-53984879D312}"/>
              </a:ext>
            </a:extLst>
          </p:cNvPr>
          <p:cNvSpPr txBox="1"/>
          <p:nvPr/>
        </p:nvSpPr>
        <p:spPr>
          <a:xfrm>
            <a:off x="969262" y="3740990"/>
            <a:ext cx="4506163" cy="623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성과: 수치/결과 중심]</a:t>
            </a:r>
            <a:endParaRPr lang="en-US" sz="1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A9F5B5B8-12EC-E906-A430-FA868BC4C483}"/>
              </a:ext>
            </a:extLst>
          </p:cNvPr>
          <p:cNvSpPr txBox="1"/>
          <p:nvPr/>
        </p:nvSpPr>
        <p:spPr>
          <a:xfrm>
            <a:off x="969264" y="4573678"/>
            <a:ext cx="4506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[기간: YYYY.MM ~ YYYY.MM] [회사/기관] | </a:t>
            </a: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ABD982A-756C-D84B-94BF-77FC1327AB1D}"/>
              </a:ext>
            </a:extLst>
          </p:cNvPr>
          <p:cNvSpPr txBox="1"/>
          <p:nvPr/>
        </p:nvSpPr>
        <p:spPr>
          <a:xfrm>
            <a:off x="969263" y="4900703"/>
            <a:ext cx="450616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[직무] [담당 업무: 핵심 업무 1~2가지] </a:t>
            </a: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1ABEC05-DBA9-22BD-11E6-BDEB95D82286}"/>
              </a:ext>
            </a:extLst>
          </p:cNvPr>
          <p:cNvSpPr txBox="1"/>
          <p:nvPr/>
        </p:nvSpPr>
        <p:spPr>
          <a:xfrm>
            <a:off x="969262" y="5254576"/>
            <a:ext cx="4506163" cy="623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성과: 수치/결과 중심]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12257" y="571500"/>
            <a:ext cx="9866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829300" y="1043330"/>
            <a:ext cx="533095" cy="1920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123382" y="1280618"/>
            <a:ext cx="194492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38705" y="1824228"/>
            <a:ext cx="3581705" cy="743407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035247" y="1947672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52281" y="2186330"/>
            <a:ext cx="3320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24228"/>
            <a:ext cx="3581705" cy="743407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833665" y="194767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34049" y="2186330"/>
            <a:ext cx="33056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66460" y="2872130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8705" y="3176626"/>
            <a:ext cx="2361895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613" r="-1613"/>
          <a:stretch/>
        </p:blipFill>
        <p:spPr>
          <a:xfrm>
            <a:off x="3108960" y="3298241"/>
            <a:ext cx="133502" cy="1335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3318358" y="3262579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[GitHub 링크]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14900" y="3176626"/>
            <a:ext cx="2361895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3794" y="3298241"/>
            <a:ext cx="133502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873191" y="3262579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[Blog 링크]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91095" y="3176626"/>
            <a:ext cx="2361895" cy="362102"/>
          </a:xfrm>
          <a:prstGeom prst="roundRect">
            <a:avLst>
              <a:gd name="adj" fmla="val 398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022031" y="3298241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12226" y="3262579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[LinkedIn 링크]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764817" y="3911346"/>
            <a:ext cx="6662057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[감사의 말(한 문장)]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704</Words>
  <Application>Microsoft Macintosh PowerPoint</Application>
  <PresentationFormat>와이드스크린</PresentationFormat>
  <Paragraphs>143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최필립[ 학부재학 / 경영학과 ]</cp:lastModifiedBy>
  <cp:revision>3</cp:revision>
  <dcterms:created xsi:type="dcterms:W3CDTF">2025-11-17T08:41:20Z</dcterms:created>
  <dcterms:modified xsi:type="dcterms:W3CDTF">2025-11-17T08:48:11Z</dcterms:modified>
</cp:coreProperties>
</file>