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849203" cy="611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942746"/>
            <a:ext cx="2006559" cy="100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[이름]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1657807"/>
            <a:ext cx="1622602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[지원 직무]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2286000"/>
            <a:ext cx="18579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[이메일] | [전화번호]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0" y="533095"/>
            <a:ext cx="3170316" cy="3658057"/>
          </a:xfrm>
          <a:prstGeom prst="roundRect">
            <a:avLst>
              <a:gd name="adj" fmla="val 37495"/>
            </a:avLst>
          </a:prstGeom>
          <a:noFill/>
          <a:ln w="254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37369" y="1657807"/>
            <a:ext cx="98544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프로필 사진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09905" y="3353105"/>
            <a:ext cx="1900763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제출 대상: [회사명/팀명]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955426" y="3353105"/>
            <a:ext cx="947410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[YYYY.MM]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849203" cy="86301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418795"/>
            <a:ext cx="1653509" cy="629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자기소개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38505"/>
            <a:ext cx="2984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[경력 연차/전문 분야/관심 도메인]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1295705"/>
            <a:ext cx="82378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역량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2115007"/>
            <a:ext cx="152988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가치관/업무 스타일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4686300"/>
            <a:ext cx="452901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링크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09905" y="1600200"/>
            <a:ext cx="854690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43254" y="1600200"/>
            <a:ext cx="854690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76602" y="1600200"/>
            <a:ext cx="854690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09951" y="1600200"/>
            <a:ext cx="854690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43300" y="1600200"/>
            <a:ext cx="854690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3349" y="1647749"/>
            <a:ext cx="663305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[역량1]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466698" y="1647749"/>
            <a:ext cx="663305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[역량2]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200046" y="1647749"/>
            <a:ext cx="663305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[역량3]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933395" y="1647749"/>
            <a:ext cx="663305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[역량4]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666744" y="1647749"/>
            <a:ext cx="663305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[역량5]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09905" y="2609698"/>
            <a:ext cx="146806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[설명 또는 키워드]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09905" y="3066898"/>
            <a:ext cx="146806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[설명 또는 키워드]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09905" y="3524098"/>
            <a:ext cx="146806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[설명 또는 키워드]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9905" y="3943807"/>
            <a:ext cx="8122523" cy="772210"/>
          </a:xfrm>
          <a:prstGeom prst="roundRect">
            <a:avLst>
              <a:gd name="adj" fmla="val 2631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57046" y="4105656"/>
            <a:ext cx="232275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성과 한 줄: [수치/임팩트]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38505" y="4953305"/>
            <a:ext cx="1096000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[개인 사이트]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2017166" y="4953305"/>
            <a:ext cx="947410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[LinkedIn]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097987" y="4953305"/>
            <a:ext cx="82378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[GitHub]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09905" y="5134356"/>
            <a:ext cx="1474012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노트: [추가 참고 사항]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32904" y="457200"/>
            <a:ext cx="5658307" cy="3658057"/>
          </a:xfrm>
          <a:prstGeom prst="roundRect">
            <a:avLst>
              <a:gd name="adj" fmla="val 1172"/>
            </a:avLst>
          </a:prstGeom>
          <a:solidFill>
            <a:srgbClr val="FFFFFF"/>
          </a:solidFill>
          <a:ln w="2540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871509" y="1580998"/>
            <a:ext cx="152988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이미지/아이콘 자리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232904" y="3124505"/>
            <a:ext cx="2736433" cy="943660"/>
          </a:xfrm>
          <a:prstGeom prst="roundRect">
            <a:avLst>
              <a:gd name="adj" fmla="val 13214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483242" y="3124505"/>
            <a:ext cx="2736433" cy="943660"/>
          </a:xfrm>
          <a:prstGeom prst="roundRect">
            <a:avLst>
              <a:gd name="adj" fmla="val 13214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623353" y="3247949"/>
            <a:ext cx="1145926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키포인트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797796" y="3247949"/>
            <a:ext cx="61337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차별점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356348" y="3467405"/>
            <a:ext cx="805951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[짧은 설명]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9607601" y="3467405"/>
            <a:ext cx="805951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[짧은 설명]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7232904" y="5134356"/>
            <a:ext cx="2539105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 요소 설명: [예시 다이어그램/사진]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849203" cy="10972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418795"/>
            <a:ext cx="1752173" cy="629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경력 사항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38505"/>
            <a:ext cx="37777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회사명 · 직무 · 기간 · 역할 · 성과 · 사용 기술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09905" y="1295705"/>
            <a:ext cx="19202" cy="541050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7707" y="1304849"/>
            <a:ext cx="1715322" cy="371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[회사 A] | [직무]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57707" y="3762756"/>
            <a:ext cx="1728399" cy="371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[회사 B] | [직무]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615330" y="1352398"/>
            <a:ext cx="1740286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[YYYY.MM–YYYY.MM]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615330" y="3810305"/>
            <a:ext cx="1740286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[YYYY.MM–YYYY.MM]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516014" y="6238951"/>
            <a:ext cx="57652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[기간]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57707" y="1638605"/>
            <a:ext cx="82378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역할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57707" y="4095598"/>
            <a:ext cx="82378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역할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57707" y="6515100"/>
            <a:ext cx="2037466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[간단 설명 또는 담당 영역]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57707" y="2095805"/>
            <a:ext cx="108411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역할 1]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57707" y="2553005"/>
            <a:ext cx="108411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역할 2]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57707" y="4552798"/>
            <a:ext cx="108411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역할 1]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57707" y="5009998"/>
            <a:ext cx="108411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역할 2]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57707" y="2857500"/>
            <a:ext cx="3801526" cy="999897"/>
          </a:xfrm>
          <a:prstGeom prst="roundRect">
            <a:avLst>
              <a:gd name="adj" fmla="val 1175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7707" y="5315407"/>
            <a:ext cx="3801526" cy="999897"/>
          </a:xfrm>
          <a:prstGeom prst="roundRect">
            <a:avLst>
              <a:gd name="adj" fmla="val 1175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209751" y="2980944"/>
            <a:ext cx="898671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성과(정량)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71346" y="5438851"/>
            <a:ext cx="898671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성과(정량)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81151" y="3209544"/>
            <a:ext cx="171532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[지표/수치/전후 비교]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981151" y="5667451"/>
            <a:ext cx="150491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[지표/수치/임팩트]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931006" y="2857500"/>
            <a:ext cx="3801526" cy="999897"/>
          </a:xfrm>
          <a:prstGeom prst="roundRect">
            <a:avLst>
              <a:gd name="adj" fmla="val 1175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31006" y="5315407"/>
            <a:ext cx="3801526" cy="999897"/>
          </a:xfrm>
          <a:prstGeom prst="roundRect">
            <a:avLst>
              <a:gd name="adj" fmla="val 1175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283050" y="2980944"/>
            <a:ext cx="82378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 기술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321454" y="5438851"/>
            <a:ext cx="82378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 기술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054450" y="3209544"/>
            <a:ext cx="1987540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[언어/프레임워크/인프라]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054450" y="5667451"/>
            <a:ext cx="1987540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[언어/프레임워크/인프라]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57707" y="6210605"/>
            <a:ext cx="23287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[기타] 인턴/프리랜스/자문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09905" y="6696151"/>
            <a:ext cx="2923063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노트: [프로젝트 상세는 다음 페이지에서 확인]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232904" y="457200"/>
            <a:ext cx="2736433" cy="1171347"/>
          </a:xfrm>
          <a:prstGeom prst="roundRect">
            <a:avLst>
              <a:gd name="adj" fmla="val 856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483242" y="457200"/>
            <a:ext cx="2736433" cy="1171347"/>
          </a:xfrm>
          <a:prstGeom prst="roundRect">
            <a:avLst>
              <a:gd name="adj" fmla="val 856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623353" y="619049"/>
            <a:ext cx="663305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경력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9892894" y="619049"/>
            <a:ext cx="61337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도메인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7394753" y="847649"/>
            <a:ext cx="60743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[X년]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9646006" y="847649"/>
            <a:ext cx="1331366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[산업/업무 분야]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232904" y="1466698"/>
            <a:ext cx="5658307" cy="2286457"/>
          </a:xfrm>
          <a:prstGeom prst="roundRect">
            <a:avLst>
              <a:gd name="adj" fmla="val 299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994038" y="2133295"/>
            <a:ext cx="120773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로고/배지 자리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232904" y="3219602"/>
            <a:ext cx="5658307" cy="772210"/>
          </a:xfrm>
          <a:prstGeom prst="roundRect">
            <a:avLst>
              <a:gd name="adj" fmla="val 1973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623353" y="3381451"/>
            <a:ext cx="339973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하이라이트: [핵심 역량/임팩트 키워드 2~3개]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7232904" y="6696151"/>
            <a:ext cx="2712659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 요소 설명: [타임라인/로고 배치 예시]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849203" cy="1040084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418795"/>
            <a:ext cx="2284720" cy="629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[프로젝트명]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38505"/>
            <a:ext cx="357923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기간/역할: [YYYY.MM–YYYY.MM] · [역할]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1257300"/>
            <a:ext cx="83685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문제/목표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2590495"/>
            <a:ext cx="120773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접근/핵심 기여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4381805"/>
            <a:ext cx="898671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성과(정량)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09905" y="5124298"/>
            <a:ext cx="82378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09905" y="5867705"/>
            <a:ext cx="997336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산출물/링크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09905" y="1752905"/>
            <a:ext cx="195068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[해결하려는 문제와 맥락]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09905" y="2210105"/>
            <a:ext cx="2000615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KPI 또는 성공 기준]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09905" y="3086100"/>
            <a:ext cx="108411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기여 1]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09905" y="3543300"/>
            <a:ext cx="108411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기여 2]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09905" y="4000500"/>
            <a:ext cx="108411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기여 3]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9905" y="4647895"/>
            <a:ext cx="2216962" cy="429310"/>
          </a:xfrm>
          <a:prstGeom prst="roundRect">
            <a:avLst>
              <a:gd name="adj" fmla="val 6389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82012" y="4647895"/>
            <a:ext cx="2216962" cy="429310"/>
          </a:xfrm>
          <a:prstGeom prst="roundRect">
            <a:avLst>
              <a:gd name="adj" fmla="val 6389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55034" y="4647895"/>
            <a:ext cx="2216962" cy="429310"/>
          </a:xfrm>
          <a:prstGeom prst="roundRect">
            <a:avLst>
              <a:gd name="adj" fmla="val 6389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3349" y="4695444"/>
            <a:ext cx="202557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[지표명]: [수치/전후 비교]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506370" y="4695444"/>
            <a:ext cx="202557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[지표명]: [수치/전후 비교]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278478" y="4695444"/>
            <a:ext cx="202557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[지표명]: [수치/전후 비교]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9905" y="5391302"/>
            <a:ext cx="767912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69187" y="5391302"/>
            <a:ext cx="1238646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96973" y="5391302"/>
            <a:ext cx="1634490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21938" y="5391302"/>
            <a:ext cx="1225569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36008" y="5391302"/>
            <a:ext cx="1151870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3349" y="5438851"/>
            <a:ext cx="57652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[언어]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392631" y="5438851"/>
            <a:ext cx="1047261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[프레임워크]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2420417" y="5438851"/>
            <a:ext cx="1443106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[인프라/클라우드]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3745382" y="5438851"/>
            <a:ext cx="1034186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[DB/데이터]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759452" y="5438851"/>
            <a:ext cx="960485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[도구/협업]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57707" y="6133795"/>
            <a:ext cx="57652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[데모]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645006" y="6133795"/>
            <a:ext cx="1047261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[리포지토리]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2767889" y="6133795"/>
            <a:ext cx="112096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[문서/보고서]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09905" y="6314846"/>
            <a:ext cx="2278776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노트: [검증 방법/리스크/후속 과제]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232904" y="457200"/>
            <a:ext cx="5658307" cy="3658057"/>
          </a:xfrm>
          <a:prstGeom prst="roundRect">
            <a:avLst>
              <a:gd name="adj" fmla="val 1172"/>
            </a:avLst>
          </a:prstGeom>
          <a:solidFill>
            <a:srgbClr val="FFFFFF"/>
          </a:solidFill>
          <a:ln w="2540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378647" y="1580998"/>
            <a:ext cx="2817266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[스크린샷/아키텍처 다이어그램 자리]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232904" y="3124505"/>
            <a:ext cx="2736433" cy="943660"/>
          </a:xfrm>
          <a:prstGeom prst="roundRect">
            <a:avLst>
              <a:gd name="adj" fmla="val 13214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483242" y="3124505"/>
            <a:ext cx="2736433" cy="943660"/>
          </a:xfrm>
          <a:prstGeom prst="roundRect">
            <a:avLst>
              <a:gd name="adj" fmla="val 13214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584948" y="3247949"/>
            <a:ext cx="923635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KPI]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9836201" y="3247949"/>
            <a:ext cx="143121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[성과 하이라이트]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7356348" y="3467405"/>
            <a:ext cx="1139983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[정의/측정 방법]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9607601" y="3467405"/>
            <a:ext cx="1572676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[숫자 또는 임팩트 요약]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7232904" y="6314846"/>
            <a:ext cx="2440441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 요소 설명: [예시 흐름/전후 비교]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849203" cy="98590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418795"/>
            <a:ext cx="1975652" cy="629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28446"/>
            <a:ext cx="1510862" cy="41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[프로젝트명]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1143000"/>
            <a:ext cx="3152485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기간/역할: [YYYY.MM–YYYY.MM] / [역할]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561795"/>
            <a:ext cx="83685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문제/목표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2933395"/>
            <a:ext cx="82378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기여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09905" y="5505602"/>
            <a:ext cx="997336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산출물/링크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09905" y="2057400"/>
            <a:ext cx="3003895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[해결하려는 문제 또는 고객 페인포인트]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09905" y="2514600"/>
            <a:ext cx="1838950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[목표 KPI 및 성공 기준]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09905" y="3429000"/>
            <a:ext cx="712043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[기여 1]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09905" y="3886200"/>
            <a:ext cx="712043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[기여 2]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09905" y="4343400"/>
            <a:ext cx="712043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[기여 3]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9905" y="4762195"/>
            <a:ext cx="8122523" cy="772210"/>
          </a:xfrm>
          <a:prstGeom prst="roundRect">
            <a:avLst>
              <a:gd name="adj" fmla="val 2631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7046" y="4924044"/>
            <a:ext cx="2929006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성과(정량): [주요 지표/수치/전후 비교]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38505" y="5772607"/>
            <a:ext cx="57652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[데모]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625803" y="5772607"/>
            <a:ext cx="1047261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[리포지토리]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2748686" y="5772607"/>
            <a:ext cx="57652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[문서]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09905" y="5952744"/>
            <a:ext cx="2427366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노트: [추가 참고 사항 또는 역할 범위]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232904" y="457200"/>
            <a:ext cx="5658307" cy="3199942"/>
          </a:xfrm>
          <a:prstGeom prst="roundRect">
            <a:avLst>
              <a:gd name="adj" fmla="val 1531"/>
            </a:avLst>
          </a:prstGeom>
          <a:solidFill>
            <a:srgbClr val="FFFFFF"/>
          </a:solidFill>
          <a:ln w="254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7714" y="1429207"/>
            <a:ext cx="201250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스크린샷/다이어그램 자리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232904" y="2819095"/>
            <a:ext cx="1752173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성과(정량) 하이라이트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232904" y="4019702"/>
            <a:ext cx="82378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32904" y="3124505"/>
            <a:ext cx="1794967" cy="999897"/>
          </a:xfrm>
          <a:prstGeom prst="roundRect">
            <a:avLst>
              <a:gd name="adj" fmla="val 1175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20633" y="3124505"/>
            <a:ext cx="1794967" cy="999897"/>
          </a:xfrm>
          <a:prstGeom prst="roundRect">
            <a:avLst>
              <a:gd name="adj" fmla="val 1175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08362" y="3124505"/>
            <a:ext cx="1794967" cy="999897"/>
          </a:xfrm>
          <a:prstGeom prst="roundRect">
            <a:avLst>
              <a:gd name="adj" fmla="val 1175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56348" y="3258007"/>
            <a:ext cx="960485" cy="371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[+00%]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844077" y="3258007"/>
            <a:ext cx="1059149" cy="371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[▼00%]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0332720" y="3258007"/>
            <a:ext cx="885596" cy="371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[T+00]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356348" y="3504895"/>
            <a:ext cx="632399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[지표명]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8844077" y="3504895"/>
            <a:ext cx="817839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[오류/이탈]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0332720" y="3504895"/>
            <a:ext cx="767912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[리드타임]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232904" y="4286707"/>
            <a:ext cx="767912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92186" y="4286707"/>
            <a:ext cx="1238646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19972" y="4286707"/>
            <a:ext cx="928389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701784" y="4286707"/>
            <a:ext cx="1225569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715854" y="4286707"/>
            <a:ext cx="767912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356348" y="4334256"/>
            <a:ext cx="57652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[언어]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015630" y="4334256"/>
            <a:ext cx="1047261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[프레임워크]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9043416" y="4334256"/>
            <a:ext cx="737006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[인프라]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9825228" y="4334256"/>
            <a:ext cx="1034186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[DB/데이터]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10839298" y="4334256"/>
            <a:ext cx="57652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[도구]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7232904" y="5952744"/>
            <a:ext cx="2539105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 요소 설명: [예시 흐름도/아키텍처]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849203" cy="1025819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418795"/>
            <a:ext cx="1975652" cy="629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38505"/>
            <a:ext cx="167252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프로젝트명: [이름]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1086307"/>
            <a:ext cx="3152485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기간/역할: [YYYY.MM–YYYY.MM] / [역할]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466698"/>
            <a:ext cx="83685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문제/목표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2115007"/>
            <a:ext cx="82378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기여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09905" y="3905402"/>
            <a:ext cx="898671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성과(정량)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09905" y="5029200"/>
            <a:ext cx="82378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09905" y="5772607"/>
            <a:ext cx="997336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산출물/링크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09905" y="1733702"/>
            <a:ext cx="1900763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[해결하려는 문제와 KPI]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09905" y="2609698"/>
            <a:ext cx="108411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기여 1]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09905" y="3066898"/>
            <a:ext cx="108411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기여 2]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09905" y="3524098"/>
            <a:ext cx="108411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기여 3]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9905" y="4172407"/>
            <a:ext cx="2612806" cy="999897"/>
          </a:xfrm>
          <a:prstGeom prst="roundRect">
            <a:avLst>
              <a:gd name="adj" fmla="val 1175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28570" y="4172407"/>
            <a:ext cx="2612806" cy="999897"/>
          </a:xfrm>
          <a:prstGeom prst="roundRect">
            <a:avLst>
              <a:gd name="adj" fmla="val 1175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7234" y="4172407"/>
            <a:ext cx="2612806" cy="999897"/>
          </a:xfrm>
          <a:prstGeom prst="roundRect">
            <a:avLst>
              <a:gd name="adj" fmla="val 1175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3349" y="4286707"/>
            <a:ext cx="397033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지표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852014" y="4286707"/>
            <a:ext cx="397033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효율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970678" y="4286707"/>
            <a:ext cx="397033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733349" y="4457700"/>
            <a:ext cx="972372" cy="371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[+XX%]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852014" y="4457700"/>
            <a:ext cx="811895" cy="371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[YY%]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970678" y="4457700"/>
            <a:ext cx="750081" cy="371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[수치]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9905" y="5296205"/>
            <a:ext cx="767912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69187" y="5296205"/>
            <a:ext cx="1238646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96973" y="5296205"/>
            <a:ext cx="928389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3349" y="5343754"/>
            <a:ext cx="57652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[언어]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392631" y="5343754"/>
            <a:ext cx="1047261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[프레임워크]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2420417" y="5343754"/>
            <a:ext cx="737006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[인프라]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00100" y="6038698"/>
            <a:ext cx="57652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[데모]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588313" y="6038698"/>
            <a:ext cx="1047261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[리포지토리]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2711196" y="6038698"/>
            <a:ext cx="57652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[문서]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09905" y="6219749"/>
            <a:ext cx="1808042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노트: [검증 방법/참고 링크]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232904" y="457200"/>
            <a:ext cx="5658307" cy="3658057"/>
          </a:xfrm>
          <a:prstGeom prst="roundRect">
            <a:avLst>
              <a:gd name="adj" fmla="val 1172"/>
            </a:avLst>
          </a:prstGeom>
          <a:solidFill>
            <a:srgbClr val="FFFFFF"/>
          </a:solidFill>
          <a:ln w="2540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687714" y="1580998"/>
            <a:ext cx="201250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스크린샷/다이어그램 자리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232904" y="3124505"/>
            <a:ext cx="5658307" cy="1286560"/>
          </a:xfrm>
          <a:prstGeom prst="roundRect">
            <a:avLst>
              <a:gd name="adj" fmla="val 7107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604150" y="3286354"/>
            <a:ext cx="78693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KPI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394753" y="3552444"/>
            <a:ext cx="4028846" cy="75895"/>
          </a:xfrm>
          <a:prstGeom prst="roundRect">
            <a:avLst>
              <a:gd name="adj" fmla="val 602411"/>
            </a:avLst>
          </a:prstGeom>
          <a:solidFill>
            <a:srgbClr val="F3F4F6"/>
          </a:solidFill>
          <a:ln/>
        </p:spPr>
      </p:sp>
      <p:sp>
        <p:nvSpPr>
          <p:cNvPr id="39" name="Shape 37"/>
          <p:cNvSpPr/>
          <p:nvPr/>
        </p:nvSpPr>
        <p:spPr>
          <a:xfrm>
            <a:off x="7394753" y="3552444"/>
            <a:ext cx="2419502" cy="75895"/>
          </a:xfrm>
          <a:prstGeom prst="roundRect">
            <a:avLst>
              <a:gd name="adj" fmla="val 602411"/>
            </a:avLst>
          </a:prstGeom>
          <a:solidFill>
            <a:srgbClr val="3B82F6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394753" y="3657600"/>
            <a:ext cx="1126906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[달성률 % 입력]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7232904" y="6219749"/>
            <a:ext cx="2402402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 요소 설명: [이미지/흐름도 예시]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849203" cy="86589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418795"/>
            <a:ext cx="1752173" cy="629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38505"/>
            <a:ext cx="329394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카테고리별 핵심 기술을 정리해 주세요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09905" y="1295705"/>
            <a:ext cx="3962003" cy="1313992"/>
          </a:xfrm>
          <a:prstGeom prst="roundRect">
            <a:avLst>
              <a:gd name="adj" fmla="val 680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06647" y="1295705"/>
            <a:ext cx="3962003" cy="1313992"/>
          </a:xfrm>
          <a:prstGeom prst="roundRect">
            <a:avLst>
              <a:gd name="adj" fmla="val 680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905" y="2324405"/>
            <a:ext cx="3962003" cy="1313992"/>
          </a:xfrm>
          <a:prstGeom prst="roundRect">
            <a:avLst>
              <a:gd name="adj" fmla="val 680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06647" y="2324405"/>
            <a:ext cx="3962003" cy="1313992"/>
          </a:xfrm>
          <a:prstGeom prst="roundRect">
            <a:avLst>
              <a:gd name="adj" fmla="val 680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37844" y="1457554"/>
            <a:ext cx="1306403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프로그래밍 언어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216298" y="1457554"/>
            <a:ext cx="180209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프레임워크/라이브러리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037844" y="2486254"/>
            <a:ext cx="131947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클라우드/인프라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177894" y="2486254"/>
            <a:ext cx="1641621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데이터베이스/데이터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1754" y="1723644"/>
            <a:ext cx="854690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05102" y="1723644"/>
            <a:ext cx="854690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38451" y="1723644"/>
            <a:ext cx="854690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68496" y="1723644"/>
            <a:ext cx="767912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27778" y="1723644"/>
            <a:ext cx="767912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87975" y="1723644"/>
            <a:ext cx="767912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1754" y="2752344"/>
            <a:ext cx="767912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31036" y="2752344"/>
            <a:ext cx="767912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90318" y="2752344"/>
            <a:ext cx="767912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68496" y="2752344"/>
            <a:ext cx="767912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27778" y="2752344"/>
            <a:ext cx="767912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87975" y="2752344"/>
            <a:ext cx="767912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95198" y="1772107"/>
            <a:ext cx="663305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[언어1]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628546" y="1772107"/>
            <a:ext cx="663305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[언어2]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2361895" y="1772107"/>
            <a:ext cx="663305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[언어3]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092854" y="1772107"/>
            <a:ext cx="57652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[항목]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752137" y="1772107"/>
            <a:ext cx="57652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[항목]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411419" y="1772107"/>
            <a:ext cx="57652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[항목]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95198" y="2800807"/>
            <a:ext cx="57652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[항목]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554480" y="2800807"/>
            <a:ext cx="57652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[항목]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2214677" y="2800807"/>
            <a:ext cx="57652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[항목]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092854" y="2800807"/>
            <a:ext cx="57652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[항목]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752137" y="2800807"/>
            <a:ext cx="57652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[항목]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5411419" y="2800807"/>
            <a:ext cx="57652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[항목]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09905" y="5152644"/>
            <a:ext cx="2699582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노트: [추가 기술 또는 우선순위 표기 규칙]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232904" y="457200"/>
            <a:ext cx="5658307" cy="1313992"/>
          </a:xfrm>
          <a:prstGeom prst="roundRect">
            <a:avLst>
              <a:gd name="adj" fmla="val 680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623353" y="619049"/>
            <a:ext cx="83685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도구/협업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394753" y="886054"/>
            <a:ext cx="681136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87284" y="886054"/>
            <a:ext cx="742950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32850" y="886054"/>
            <a:ext cx="941466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518197" y="933602"/>
            <a:ext cx="48975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[Git]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8111642" y="933602"/>
            <a:ext cx="551566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[Jira]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8756294" y="933602"/>
            <a:ext cx="750081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[Figma]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232904" y="1485900"/>
            <a:ext cx="5658307" cy="2200047"/>
          </a:xfrm>
          <a:prstGeom prst="roundRect">
            <a:avLst>
              <a:gd name="adj" fmla="val 2429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623353" y="1647749"/>
            <a:ext cx="83685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인증/자격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7394753" y="2143354"/>
            <a:ext cx="126955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[자격증/배지 1]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7394753" y="2600554"/>
            <a:ext cx="126955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[자격증/배지 2]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232904" y="3105302"/>
            <a:ext cx="5658307" cy="3086100"/>
          </a:xfrm>
          <a:prstGeom prst="roundRect">
            <a:avLst>
              <a:gd name="adj" fmla="val 123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623353" y="3267151"/>
            <a:ext cx="98544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숙련도 표시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394753" y="3534156"/>
            <a:ext cx="372069" cy="314097"/>
          </a:xfrm>
          <a:prstGeom prst="roundRect">
            <a:avLst>
              <a:gd name="adj" fmla="val 7939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480706" y="3552444"/>
            <a:ext cx="260330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785202" y="3534156"/>
            <a:ext cx="372069" cy="314097"/>
          </a:xfrm>
          <a:prstGeom prst="roundRect">
            <a:avLst>
              <a:gd name="adj" fmla="val 7939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871155" y="3552444"/>
            <a:ext cx="260330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8176565" y="3534156"/>
            <a:ext cx="372069" cy="314097"/>
          </a:xfrm>
          <a:prstGeom prst="roundRect">
            <a:avLst>
              <a:gd name="adj" fmla="val 7939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262518" y="3552444"/>
            <a:ext cx="260330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8567014" y="3552444"/>
            <a:ext cx="1449050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또는 [연차/사용 빈도]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7394753" y="3847795"/>
            <a:ext cx="582472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[스킬A]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7394753" y="4153205"/>
            <a:ext cx="594360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[스킬B]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7394753" y="4457700"/>
            <a:ext cx="582472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[스킬C]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11237976" y="3847795"/>
            <a:ext cx="360181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[상]</a:t>
            </a:r>
            <a:endParaRPr lang="en-US" sz="900" dirty="0"/>
          </a:p>
        </p:txBody>
      </p:sp>
      <p:sp>
        <p:nvSpPr>
          <p:cNvPr id="63" name="Text 61"/>
          <p:cNvSpPr txBox="1"/>
          <p:nvPr/>
        </p:nvSpPr>
        <p:spPr>
          <a:xfrm>
            <a:off x="11237976" y="4153205"/>
            <a:ext cx="360181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[중]</a:t>
            </a:r>
            <a:endParaRPr lang="en-US" sz="900" dirty="0"/>
          </a:p>
        </p:txBody>
      </p:sp>
      <p:sp>
        <p:nvSpPr>
          <p:cNvPr id="64" name="Text 62"/>
          <p:cNvSpPr txBox="1"/>
          <p:nvPr/>
        </p:nvSpPr>
        <p:spPr>
          <a:xfrm>
            <a:off x="11237976" y="4457700"/>
            <a:ext cx="360181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[하]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394753" y="4009644"/>
            <a:ext cx="4028846" cy="75895"/>
          </a:xfrm>
          <a:prstGeom prst="roundRect">
            <a:avLst>
              <a:gd name="adj" fmla="val 60241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394753" y="4315054"/>
            <a:ext cx="4028846" cy="75895"/>
          </a:xfrm>
          <a:prstGeom prst="roundRect">
            <a:avLst>
              <a:gd name="adj" fmla="val 60241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394753" y="4619549"/>
            <a:ext cx="4028846" cy="75895"/>
          </a:xfrm>
          <a:prstGeom prst="roundRect">
            <a:avLst>
              <a:gd name="adj" fmla="val 60241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403897" y="4019702"/>
            <a:ext cx="3209544" cy="75895"/>
          </a:xfrm>
          <a:prstGeom prst="roundRect">
            <a:avLst>
              <a:gd name="adj" fmla="val 602411"/>
            </a:avLst>
          </a:prstGeom>
          <a:solidFill>
            <a:srgbClr val="3B82F6"/>
          </a:solidFill>
          <a:ln/>
        </p:spPr>
      </p:sp>
      <p:sp>
        <p:nvSpPr>
          <p:cNvPr id="69" name="Shape 67"/>
          <p:cNvSpPr/>
          <p:nvPr/>
        </p:nvSpPr>
        <p:spPr>
          <a:xfrm>
            <a:off x="7403897" y="4324198"/>
            <a:ext cx="2210105" cy="75895"/>
          </a:xfrm>
          <a:prstGeom prst="roundRect">
            <a:avLst>
              <a:gd name="adj" fmla="val 602411"/>
            </a:avLst>
          </a:prstGeom>
          <a:solidFill>
            <a:srgbClr val="60A5FA"/>
          </a:solidFill>
          <a:ln/>
        </p:spPr>
      </p:sp>
      <p:sp>
        <p:nvSpPr>
          <p:cNvPr id="70" name="Shape 68"/>
          <p:cNvSpPr/>
          <p:nvPr/>
        </p:nvSpPr>
        <p:spPr>
          <a:xfrm>
            <a:off x="7403897" y="4629607"/>
            <a:ext cx="1209751" cy="75895"/>
          </a:xfrm>
          <a:prstGeom prst="roundRect">
            <a:avLst>
              <a:gd name="adj" fmla="val 602411"/>
            </a:avLst>
          </a:prstGeom>
          <a:solidFill>
            <a:srgbClr val="93C5FD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7394753" y="4772254"/>
            <a:ext cx="39501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 바는 편집하여 실제 숙련도를 표시하세요.</a:t>
            </a:r>
            <a:endParaRPr lang="en-US" sz="1200" dirty="0"/>
          </a:p>
        </p:txBody>
      </p:sp>
      <p:sp>
        <p:nvSpPr>
          <p:cNvPr id="72" name="Text 70"/>
          <p:cNvSpPr txBox="1"/>
          <p:nvPr/>
        </p:nvSpPr>
        <p:spPr>
          <a:xfrm>
            <a:off x="7232904" y="5152644"/>
            <a:ext cx="3480571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 요소 설명: [아이콘/레벨 바를 활용한 가독성 향상]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849203" cy="107163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342900"/>
            <a:ext cx="1306403" cy="629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연락처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80230" y="895198"/>
            <a:ext cx="4285335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함께 성장하는 파트너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715000" y="1447495"/>
            <a:ext cx="761695" cy="57607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480767" y="1657807"/>
            <a:ext cx="955968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제안이나 협업 기회가 있으시면 언제든지 아래 연락처로 연락해주세요. 함께 멋진 가치를 만들어 나가길 기대합니다.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0" y="2190902"/>
            <a:ext cx="3504346" cy="2228850"/>
          </a:xfrm>
          <a:prstGeom prst="roundRect">
            <a:avLst>
              <a:gd name="adj" fmla="val 3156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08706" y="2381098"/>
            <a:ext cx="693023" cy="799642"/>
          </a:xfrm>
          <a:prstGeom prst="roundRect">
            <a:avLst>
              <a:gd name="adj" fmla="val 171527"/>
            </a:avLst>
          </a:prstGeom>
          <a:solidFill>
            <a:srgbClr val="F3F4F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079699" y="2553005"/>
            <a:ext cx="190195" cy="19019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2964485" y="3029407"/>
            <a:ext cx="706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2946197" y="3295498"/>
            <a:ext cx="737006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[이메일]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49394" y="2190902"/>
            <a:ext cx="3504346" cy="2228850"/>
          </a:xfrm>
          <a:prstGeom prst="roundRect">
            <a:avLst>
              <a:gd name="adj" fmla="val 3156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829300" y="2381098"/>
            <a:ext cx="693023" cy="799642"/>
          </a:xfrm>
          <a:prstGeom prst="roundRect">
            <a:avLst>
              <a:gd name="adj" fmla="val 171527"/>
            </a:avLst>
          </a:prstGeom>
          <a:solidFill>
            <a:srgbClr val="F3F4F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00293" y="2553005"/>
            <a:ext cx="190195" cy="19019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815584" y="3029407"/>
            <a:ext cx="87965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전화번호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5805526" y="3295498"/>
            <a:ext cx="885596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[전화번호]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670902" y="2190902"/>
            <a:ext cx="3504346" cy="2228850"/>
          </a:xfrm>
          <a:prstGeom prst="roundRect">
            <a:avLst>
              <a:gd name="adj" fmla="val 3156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749894" y="2381098"/>
            <a:ext cx="693023" cy="799642"/>
          </a:xfrm>
          <a:prstGeom prst="roundRect">
            <a:avLst>
              <a:gd name="adj" fmla="val 171527"/>
            </a:avLst>
          </a:prstGeom>
          <a:solidFill>
            <a:srgbClr val="F3F4F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921801" y="2553005"/>
            <a:ext cx="190195" cy="19019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736178" y="3029407"/>
            <a:ext cx="87965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웹사이트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8726119" y="3295498"/>
            <a:ext cx="885596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[웹사이트]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277002" y="3981298"/>
            <a:ext cx="2130186" cy="2457907"/>
          </a:xfrm>
          <a:prstGeom prst="roundRect">
            <a:avLst>
              <a:gd name="adj" fmla="val 1947"/>
            </a:avLst>
          </a:prstGeom>
          <a:noFill/>
          <a:ln w="25400">
            <a:solidFill>
              <a:srgbClr val="D1D5D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410505" y="4114800"/>
            <a:ext cx="1783080" cy="20574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530" b="-530"/>
          <a:stretch/>
        </p:blipFill>
        <p:spPr>
          <a:xfrm>
            <a:off x="5971946" y="4657954"/>
            <a:ext cx="322142" cy="42931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617159" y="5686654"/>
            <a:ext cx="1362272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포트폴리오 QR 코드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5105095" y="6152998"/>
            <a:ext cx="495696" cy="571957"/>
          </a:xfrm>
          <a:prstGeom prst="roundRect">
            <a:avLst>
              <a:gd name="adj" fmla="val 239808"/>
            </a:avLst>
          </a:prstGeom>
          <a:solidFill>
            <a:srgbClr val="F3F4F6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43" b="-43"/>
          <a:stretch/>
        </p:blipFill>
        <p:spPr>
          <a:xfrm>
            <a:off x="5229454" y="6267298"/>
            <a:ext cx="133502" cy="152705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5639105" y="6152998"/>
            <a:ext cx="495696" cy="571957"/>
          </a:xfrm>
          <a:prstGeom prst="roundRect">
            <a:avLst>
              <a:gd name="adj" fmla="val 239808"/>
            </a:avLst>
          </a:prstGeom>
          <a:solidFill>
            <a:srgbClr val="F3F4F6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rcRect l="-1613" r="-1613" t="0" b="0"/>
          <a:stretch/>
        </p:blipFill>
        <p:spPr>
          <a:xfrm>
            <a:off x="5753405" y="6267298"/>
            <a:ext cx="152705" cy="152705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6172200" y="6152998"/>
            <a:ext cx="495696" cy="571957"/>
          </a:xfrm>
          <a:prstGeom prst="roundRect">
            <a:avLst>
              <a:gd name="adj" fmla="val 239808"/>
            </a:avLst>
          </a:prstGeom>
          <a:solidFill>
            <a:srgbClr val="F3F4F6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rcRect l="-33" r="-33" t="0" b="0"/>
          <a:stretch/>
        </p:blipFill>
        <p:spPr>
          <a:xfrm>
            <a:off x="6277356" y="6267298"/>
            <a:ext cx="171907" cy="152705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6705295" y="6152998"/>
            <a:ext cx="495696" cy="571957"/>
          </a:xfrm>
          <a:prstGeom prst="roundRect">
            <a:avLst>
              <a:gd name="adj" fmla="val 239808"/>
            </a:avLst>
          </a:prstGeom>
          <a:solidFill>
            <a:srgbClr val="F3F4F6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43" b="-43"/>
          <a:stretch/>
        </p:blipFill>
        <p:spPr>
          <a:xfrm>
            <a:off x="6829654" y="6267298"/>
            <a:ext cx="133502" cy="152705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0" y="6687007"/>
            <a:ext cx="15849203" cy="685800"/>
          </a:xfrm>
          <a:prstGeom prst="rect">
            <a:avLst/>
          </a:prstGeom>
          <a:solidFill>
            <a:srgbClr val="37415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2025-11-11T07:01:41Z</dcterms:created>
  <dcterms:modified xsi:type="dcterms:W3CDTF">2025-11-11T07:01:41Z</dcterms:modified>
</cp:coreProperties>
</file>