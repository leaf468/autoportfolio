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80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2275942"/>
            <a:ext cx="1101801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| [이름] · [직무 포지션]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991003"/>
            <a:ext cx="914400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57199" y="3267152"/>
            <a:ext cx="10374923" cy="1074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가치/전문성 한 문장]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46927"/>
            <a:ext cx="19293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[email@example.com]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46934" y="4446927"/>
            <a:ext cx="1690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[+82-10-XXXX-XXXX]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93438" y="4446927"/>
            <a:ext cx="23765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[linkedin.com/in/username]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342900"/>
            <a:ext cx="25200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&amp; 핵심 역량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761695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133856"/>
            <a:ext cx="647303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중심 자기소개 2–3문장: 예) 사용자 문제를 데이터에 기반해 정의하고 제품 임팩트로 연결하는 [직무]입니다. 다양한 팀과 협업하여 프로젝트를 끝까지 책임지고, 수치로 검증된 결과를 만들었습니다.]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150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강점/차별화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81098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71500" y="2419502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[강점 1]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08837" y="2381098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323137" y="2419502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[강점 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0474" y="2381098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074774" y="2419502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[강점 3]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38298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도메인/산업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5302"/>
            <a:ext cx="819302" cy="286207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80644" y="3152851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[도메인 1]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50569" y="3105302"/>
            <a:ext cx="819302" cy="286207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474013" y="3152851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[도메인 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3938" y="3105302"/>
            <a:ext cx="819302" cy="286207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368296" y="3152851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[도메인 3]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8507" y="1123798"/>
            <a:ext cx="9144" cy="30476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29600" y="1123798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 (3–5개)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1466698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8334756" y="1571854"/>
            <a:ext cx="133502" cy="15270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686800" y="1466698"/>
            <a:ext cx="2776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[역량명 1]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1695298"/>
            <a:ext cx="2262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[근거/사례 키워드: 예) 속도 30% 향상]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229600" y="2038198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2143354"/>
            <a:ext cx="152705" cy="15270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686800" y="2038198"/>
            <a:ext cx="295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[역량명 2]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686800" y="2266798"/>
            <a:ext cx="1919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[근거/사례 키워드: 예) KPI 달성]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229600" y="2609698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305495" y="2714854"/>
            <a:ext cx="190195" cy="15270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686800" y="2609698"/>
            <a:ext cx="295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[역량명 3]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686800" y="2838298"/>
            <a:ext cx="2196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[근거/사례 키워드: 예) 크로스팀 협업]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229600" y="3181198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4698" y="3286354"/>
            <a:ext cx="152705" cy="15270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686800" y="3181198"/>
            <a:ext cx="2924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[역량명 4]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686800" y="3409798"/>
            <a:ext cx="2214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[근거/사례 키워드: 예) 자동화/효율화]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8229600" y="3752698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24698" y="3857854"/>
            <a:ext cx="152705" cy="15270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686800" y="3752698"/>
            <a:ext cx="3079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[역량명 5]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8686800" y="3981298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[근거/사례 키워드: 예) 글로벌 협업/현지화]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342900"/>
            <a:ext cx="18717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타임라인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761695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499" y="1162202"/>
            <a:ext cx="45719" cy="341216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05002" y="116220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52613" y="1123798"/>
            <a:ext cx="5350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YYYY.MM–현재 | [회사 A] | [직무]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352398"/>
            <a:ext cx="5751446" cy="190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임팩트/수치: 예) 전환율 +18%, 리드타임 -30%]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13702" y="1123798"/>
            <a:ext cx="9144" cy="29333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856850" y="1123798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 성과 요약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56850" y="1390802"/>
            <a:ext cx="1114654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981208" y="1505102"/>
            <a:ext cx="929031" cy="170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981208" y="1676095"/>
            <a:ext cx="7507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81208" y="1923898"/>
            <a:ext cx="894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80317" y="1390802"/>
            <a:ext cx="1114654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204675" y="1505102"/>
            <a:ext cx="9902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204675" y="1676095"/>
            <a:ext cx="8622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04675" y="1923898"/>
            <a:ext cx="9902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303784" y="1390802"/>
            <a:ext cx="1114654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428142" y="1505102"/>
            <a:ext cx="9208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428141" y="1676095"/>
            <a:ext cx="9491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428142" y="1923898"/>
            <a:ext cx="9491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[기간/비교]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856850" y="2400300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임팩트 한 줄 사례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7959" y="2695651"/>
            <a:ext cx="3329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[사례 요약 1: 예) 핵심 기능 리디자인으로 재방문율 +15%]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47959" y="2952598"/>
            <a:ext cx="36610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[사례 요약 2: 예) 데이터 파이프라인 구축으로 리포팅 시간 -70%]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56850" y="3524098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산업/도메인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56850" y="3791102"/>
            <a:ext cx="800100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971150" y="3829507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[도메인 1]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31930" y="3791102"/>
            <a:ext cx="800100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8846230" y="3829507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[도메인 2]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06097" y="3791102"/>
            <a:ext cx="800100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9720397" y="3829507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[도메인 3]</a:t>
            </a:r>
            <a:endParaRPr lang="en-US" sz="1000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BAC0FE42-A23F-2B8C-ED2C-7F1C5AA55481}"/>
              </a:ext>
            </a:extLst>
          </p:cNvPr>
          <p:cNvSpPr/>
          <p:nvPr/>
        </p:nvSpPr>
        <p:spPr>
          <a:xfrm>
            <a:off x="705002" y="201991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81F51A6E-5475-A337-7422-884DE9CB0893}"/>
              </a:ext>
            </a:extLst>
          </p:cNvPr>
          <p:cNvSpPr txBox="1"/>
          <p:nvPr/>
        </p:nvSpPr>
        <p:spPr>
          <a:xfrm>
            <a:off x="952613" y="1981506"/>
            <a:ext cx="5350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YYYY.MM–현재 | [회사 A] | [직무]</a:t>
            </a:r>
            <a:endParaRPr lang="en-US" sz="12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45FB3DAC-F44E-9836-8381-EF266CDED71B}"/>
              </a:ext>
            </a:extLst>
          </p:cNvPr>
          <p:cNvSpPr txBox="1"/>
          <p:nvPr/>
        </p:nvSpPr>
        <p:spPr>
          <a:xfrm>
            <a:off x="761695" y="2210106"/>
            <a:ext cx="5751446" cy="190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임팩트/수치: 예) 전환율 +18%, 리드타임 -30%]</a:t>
            </a:r>
            <a:endParaRPr lang="en-US" sz="1000" dirty="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A7A61B16-5DD9-1A2C-C595-99DA2E6553CC}"/>
              </a:ext>
            </a:extLst>
          </p:cNvPr>
          <p:cNvSpPr/>
          <p:nvPr/>
        </p:nvSpPr>
        <p:spPr>
          <a:xfrm>
            <a:off x="761695" y="310694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671EAC34-0215-CF0A-FC85-6A738E5A8C8D}"/>
              </a:ext>
            </a:extLst>
          </p:cNvPr>
          <p:cNvSpPr txBox="1"/>
          <p:nvPr/>
        </p:nvSpPr>
        <p:spPr>
          <a:xfrm>
            <a:off x="1009306" y="3068537"/>
            <a:ext cx="5350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YYYY.MM–현재 | [회사 A] | [직무]</a:t>
            </a:r>
            <a:endParaRPr lang="en-US" sz="120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DAFA75F0-92CA-AC9F-0D93-F42470A05F91}"/>
              </a:ext>
            </a:extLst>
          </p:cNvPr>
          <p:cNvSpPr txBox="1"/>
          <p:nvPr/>
        </p:nvSpPr>
        <p:spPr>
          <a:xfrm>
            <a:off x="818388" y="3297137"/>
            <a:ext cx="5751446" cy="190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임팩트/수치: 예) 전환율 +18%, 리드타임 -30%]</a:t>
            </a:r>
            <a:endParaRPr lang="en-US" sz="1000" dirty="0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01F382B6-F384-F868-1C15-178AB4C466FC}"/>
              </a:ext>
            </a:extLst>
          </p:cNvPr>
          <p:cNvSpPr/>
          <p:nvPr/>
        </p:nvSpPr>
        <p:spPr>
          <a:xfrm>
            <a:off x="761695" y="419397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7D50EC08-54F3-4885-3D28-4B580D2CB587}"/>
              </a:ext>
            </a:extLst>
          </p:cNvPr>
          <p:cNvSpPr txBox="1"/>
          <p:nvPr/>
        </p:nvSpPr>
        <p:spPr>
          <a:xfrm>
            <a:off x="1009306" y="4155568"/>
            <a:ext cx="5350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YYYY.MM–현재 | [회사 A] | [직무]</a:t>
            </a:r>
            <a:endParaRPr lang="en-US" sz="12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39DCAF8C-3FB6-AF3B-E4E4-C2B541A1DDE0}"/>
              </a:ext>
            </a:extLst>
          </p:cNvPr>
          <p:cNvSpPr txBox="1"/>
          <p:nvPr/>
        </p:nvSpPr>
        <p:spPr>
          <a:xfrm>
            <a:off x="818388" y="4384168"/>
            <a:ext cx="5751446" cy="190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임팩트/수치: 예) 전환율 +18%, 리드타임 -30%]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1257"/>
            <a:ext cx="12191695" cy="64867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2900"/>
            <a:ext cx="40910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프로젝트 #1 · [프로젝트명]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914400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123798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90802"/>
            <a:ext cx="2076602" cy="5907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80644" y="1505102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0644" y="1666951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45359" y="1390802"/>
            <a:ext cx="2076602" cy="5907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769718" y="1505102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769718" y="1666951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[Role: PM/개발/디자인]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34433" y="1390802"/>
            <a:ext cx="2076602" cy="5907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957877" y="1505102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957877" y="1666951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 규모: N명]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717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" y="2467051"/>
            <a:ext cx="3119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[문제] {현재 문제 요약: 예) 이탈률이 높고 전환이 낮음}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" y="2723998"/>
            <a:ext cx="3044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[목표] {정량 목표: 예) 전환율 +15%, 리드타임 -20%}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05302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접근/기여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" y="3400654"/>
            <a:ext cx="3367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액션 1] {예: 핵심 퍼널 진단 → A/B 테스트 설계·실행}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" y="3657600"/>
            <a:ext cx="3290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액션 2] {예: 정보 구조/UX 리디자인 및 접근성 개선}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" y="3914546"/>
            <a:ext cx="3396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액션 3] {예: 데이터 파이프라인 구축으로 자동 리포팅}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95851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결과/성과 (KPI)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62856"/>
            <a:ext cx="2076602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80644" y="467715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" y="4848149"/>
            <a:ext cx="758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" y="5095951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[{전/후 비교}]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45359" y="4562856"/>
            <a:ext cx="2076602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2769718" y="467715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리드타임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769718" y="4848149"/>
            <a:ext cx="700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[-YY%]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769718" y="5095951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[{전/후 비교}]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34433" y="4562856"/>
            <a:ext cx="2076602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957877" y="467715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매출/활성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957877" y="4848149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[+ZZ%]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957877" y="5095951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[{기간}]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5723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838444"/>
            <a:ext cx="1238098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571500" y="5876849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63878" y="5838444"/>
            <a:ext cx="866851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878178" y="5876849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[플랫폼/툴]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02052" y="5838444"/>
            <a:ext cx="1114654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2816352" y="5876849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[데이터/인프라]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13702" y="1123798"/>
            <a:ext cx="4524451" cy="2743200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03106" y="2116836"/>
            <a:ext cx="342900" cy="342900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8544154" y="2535631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스크린샷/프로토타입/그래프 자리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8704174" y="2755087"/>
            <a:ext cx="1629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{이미지 또는 차트를 삽입하세요}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7213702" y="3972154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설명: {시각 요소 설명 한 줄}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97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2900"/>
            <a:ext cx="40910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프로젝트 #2 · [프로젝트명]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914400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23798"/>
            <a:ext cx="2076602" cy="629107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80644" y="1238098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0644" y="1399946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45359" y="1123798"/>
            <a:ext cx="2076602" cy="629107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769718" y="1238098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769718" y="1399946"/>
            <a:ext cx="514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[역할]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34433" y="1123798"/>
            <a:ext cx="2076602" cy="629107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957877" y="1238098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957877" y="1399946"/>
            <a:ext cx="64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[규모]명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431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" y="2238451"/>
            <a:ext cx="2586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문제 요약: 예) 장바구니 이탈률이 높음]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" y="2495398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[목표: 예) 전환율 +10% 향상]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382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접근/기여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" y="3133649"/>
            <a:ext cx="2653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액션 1: 예) 퍼널 분석 및 병목 구간 도출]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" y="3390595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액션 2: 예) 결제 UX 리디자인 및 AB 테스트]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" y="3648456"/>
            <a:ext cx="2586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액션 3: 예) 알림/리마인드 플로우 구축]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91356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결과/성과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57446"/>
            <a:ext cx="2076602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80644" y="437174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" y="4543654"/>
            <a:ext cx="538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[+%]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" y="4791456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[전/후 비교]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45359" y="4257446"/>
            <a:ext cx="2076602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769718" y="437174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이탈률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769718" y="4543654"/>
            <a:ext cx="500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[-%]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769718" y="4791456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[전/후 비교]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34433" y="4257446"/>
            <a:ext cx="2076602" cy="8193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957877" y="437174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리드타임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957877" y="4543654"/>
            <a:ext cx="500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[-%]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957877" y="4791456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2294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495544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71500" y="5533949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[스택 1]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208837" y="5495544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323137" y="5533949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[스택 2]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60474" y="5495544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2074774" y="5533949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[스택 3]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12110" y="5495544"/>
            <a:ext cx="676656" cy="2670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2826410" y="5533949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[스택 4]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13702" y="1123798"/>
            <a:ext cx="9144" cy="471464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178394" y="1123798"/>
            <a:ext cx="356250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8982151" y="1943100"/>
            <a:ext cx="2052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[스크린샷/프로토타입/그래프 자리]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178394" y="3143707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전/후 성과 비교 (예시)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178394" y="3409798"/>
            <a:ext cx="3562502" cy="1772107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rcRect l="-134" r="-134"/>
          <a:stretch/>
        </p:blipFill>
        <p:spPr>
          <a:xfrm>
            <a:off x="8302752" y="3534156"/>
            <a:ext cx="3314700" cy="1524305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8178394" y="5362956"/>
            <a:ext cx="3143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위 수치는 예시 자리표시자입니다. 실제 수치로 대체하세요.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24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2900"/>
            <a:ext cx="2147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(KPI)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761695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23798"/>
            <a:ext cx="3152851" cy="9336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19049" y="1276502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19049" y="1419149"/>
            <a:ext cx="562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9049" y="1733702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 기준]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59098" y="1123798"/>
            <a:ext cx="3152851" cy="9336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920947" y="1276502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20947" y="1419149"/>
            <a:ext cx="562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20947" y="1733702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 기준]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10105"/>
            <a:ext cx="3152851" cy="9336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19049" y="2361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19049" y="2505456"/>
            <a:ext cx="562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9049" y="281909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 기준]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59098" y="2210105"/>
            <a:ext cx="3152851" cy="933602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3920947" y="2361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920947" y="2505456"/>
            <a:ext cx="562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[값]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920947" y="281909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[기간/비교 기준]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3702" y="1123798"/>
            <a:ext cx="9144" cy="20189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178394" y="1123798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임팩트 사례 한 줄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69503" y="1419149"/>
            <a:ext cx="3176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[사례 요약 1: 예) 핵심 기능 리팩터링으로 오류율 -35%]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369503" y="1676095"/>
            <a:ext cx="2796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[사례 요약 2: 예) 온보딩 개선으로 전환율 +18%]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178394" y="20574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수상/인증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78394" y="232440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[수상명/인증명, 연도]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78394" y="255300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[수상명/인증명, 연도]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915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2900"/>
            <a:ext cx="22530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&amp; 역량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761695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23798"/>
            <a:ext cx="6420002" cy="16760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76502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85800" y="1380744"/>
            <a:ext cx="19019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7105" y="1324051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1733702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1]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01207" y="17903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52998" y="17903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305702" y="17903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58407" y="17903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610198" y="17903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09905" y="2076602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2]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01207" y="21332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52998" y="21332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05702" y="21332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458407" y="21332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610198" y="21332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09905" y="2419502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3]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01207" y="24761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152998" y="24761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305702" y="24761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458407" y="24761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610198" y="24761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57200" y="3029407"/>
            <a:ext cx="6420002" cy="16760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09905" y="3181198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694944" y="3286354"/>
            <a:ext cx="171907" cy="15270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067105" y="3228746"/>
            <a:ext cx="17766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09905" y="363839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 1]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001207" y="36960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152998" y="36960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305702" y="36960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6458407" y="36960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6610198" y="36960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609905" y="398129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 2]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001207" y="4038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6152998" y="4038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6305702" y="4038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6458407" y="4038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6610198" y="4038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 txBox="1"/>
          <p:nvPr/>
        </p:nvSpPr>
        <p:spPr>
          <a:xfrm>
            <a:off x="609905" y="432419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[라이브러리 1]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001207" y="43818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1"/>
          <p:cNvSpPr/>
          <p:nvPr/>
        </p:nvSpPr>
        <p:spPr>
          <a:xfrm>
            <a:off x="6152998" y="43818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2"/>
          <p:cNvSpPr/>
          <p:nvPr/>
        </p:nvSpPr>
        <p:spPr>
          <a:xfrm>
            <a:off x="6305702" y="43818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3"/>
          <p:cNvSpPr/>
          <p:nvPr/>
        </p:nvSpPr>
        <p:spPr>
          <a:xfrm>
            <a:off x="6458407" y="43818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4"/>
          <p:cNvSpPr/>
          <p:nvPr/>
        </p:nvSpPr>
        <p:spPr>
          <a:xfrm>
            <a:off x="6610198" y="43818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5"/>
          <p:cNvSpPr/>
          <p:nvPr/>
        </p:nvSpPr>
        <p:spPr>
          <a:xfrm>
            <a:off x="457200" y="4934102"/>
            <a:ext cx="6420002" cy="16760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6"/>
          <p:cNvSpPr/>
          <p:nvPr/>
        </p:nvSpPr>
        <p:spPr>
          <a:xfrm>
            <a:off x="609905" y="5086807"/>
            <a:ext cx="342900" cy="3429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002" y="5191049"/>
            <a:ext cx="152705" cy="152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1067105" y="5134356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도구/플랫폼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609905" y="5544007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 1]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6001207" y="56007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6152998" y="56007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1"/>
          <p:cNvSpPr/>
          <p:nvPr/>
        </p:nvSpPr>
        <p:spPr>
          <a:xfrm>
            <a:off x="6305702" y="56007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2"/>
          <p:cNvSpPr/>
          <p:nvPr/>
        </p:nvSpPr>
        <p:spPr>
          <a:xfrm>
            <a:off x="6458407" y="56007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3"/>
          <p:cNvSpPr/>
          <p:nvPr/>
        </p:nvSpPr>
        <p:spPr>
          <a:xfrm>
            <a:off x="6610198" y="56007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4"/>
          <p:cNvSpPr txBox="1"/>
          <p:nvPr/>
        </p:nvSpPr>
        <p:spPr>
          <a:xfrm>
            <a:off x="609905" y="5886907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 2]</a:t>
            </a:r>
            <a:endParaRPr lang="en-US" sz="1200" dirty="0"/>
          </a:p>
        </p:txBody>
      </p:sp>
      <p:sp>
        <p:nvSpPr>
          <p:cNvPr id="60" name="Shape 55"/>
          <p:cNvSpPr/>
          <p:nvPr/>
        </p:nvSpPr>
        <p:spPr>
          <a:xfrm>
            <a:off x="6001207" y="59436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6"/>
          <p:cNvSpPr/>
          <p:nvPr/>
        </p:nvSpPr>
        <p:spPr>
          <a:xfrm>
            <a:off x="6152998" y="59436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7"/>
          <p:cNvSpPr/>
          <p:nvPr/>
        </p:nvSpPr>
        <p:spPr>
          <a:xfrm>
            <a:off x="6305702" y="59436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8"/>
          <p:cNvSpPr/>
          <p:nvPr/>
        </p:nvSpPr>
        <p:spPr>
          <a:xfrm>
            <a:off x="6458407" y="59436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9"/>
          <p:cNvSpPr/>
          <p:nvPr/>
        </p:nvSpPr>
        <p:spPr>
          <a:xfrm>
            <a:off x="6610198" y="59436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0"/>
          <p:cNvSpPr txBox="1"/>
          <p:nvPr/>
        </p:nvSpPr>
        <p:spPr>
          <a:xfrm>
            <a:off x="609905" y="6229807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[플랫폼 1]</a:t>
            </a:r>
            <a:endParaRPr lang="en-US" sz="1200" dirty="0"/>
          </a:p>
        </p:txBody>
      </p:sp>
      <p:sp>
        <p:nvSpPr>
          <p:cNvPr id="66" name="Shape 61"/>
          <p:cNvSpPr/>
          <p:nvPr/>
        </p:nvSpPr>
        <p:spPr>
          <a:xfrm>
            <a:off x="6001207" y="6286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2"/>
          <p:cNvSpPr/>
          <p:nvPr/>
        </p:nvSpPr>
        <p:spPr>
          <a:xfrm>
            <a:off x="6152998" y="6286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3"/>
          <p:cNvSpPr/>
          <p:nvPr/>
        </p:nvSpPr>
        <p:spPr>
          <a:xfrm>
            <a:off x="6305702" y="6286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4"/>
          <p:cNvSpPr/>
          <p:nvPr/>
        </p:nvSpPr>
        <p:spPr>
          <a:xfrm>
            <a:off x="6458407" y="6286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5"/>
          <p:cNvSpPr/>
          <p:nvPr/>
        </p:nvSpPr>
        <p:spPr>
          <a:xfrm>
            <a:off x="6610198" y="6286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6"/>
          <p:cNvSpPr txBox="1"/>
          <p:nvPr/>
        </p:nvSpPr>
        <p:spPr>
          <a:xfrm>
            <a:off x="7258507" y="1123798"/>
            <a:ext cx="1377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범례 (5점 척도)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7258507" y="1419149"/>
            <a:ext cx="133502" cy="133502"/>
          </a:xfrm>
          <a:prstGeom prst="roundRect">
            <a:avLst>
              <a:gd name="adj" fmla="val 68493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68"/>
          <p:cNvSpPr/>
          <p:nvPr/>
        </p:nvSpPr>
        <p:spPr>
          <a:xfrm>
            <a:off x="7429500" y="1419149"/>
            <a:ext cx="133502" cy="133502"/>
          </a:xfrm>
          <a:prstGeom prst="roundRect">
            <a:avLst>
              <a:gd name="adj" fmla="val 68493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69"/>
          <p:cNvSpPr/>
          <p:nvPr/>
        </p:nvSpPr>
        <p:spPr>
          <a:xfrm>
            <a:off x="7601407" y="1419149"/>
            <a:ext cx="133502" cy="133502"/>
          </a:xfrm>
          <a:prstGeom prst="roundRect">
            <a:avLst>
              <a:gd name="adj" fmla="val 68493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0"/>
          <p:cNvSpPr/>
          <p:nvPr/>
        </p:nvSpPr>
        <p:spPr>
          <a:xfrm>
            <a:off x="7772400" y="1419149"/>
            <a:ext cx="133502" cy="133502"/>
          </a:xfrm>
          <a:prstGeom prst="roundRect">
            <a:avLst>
              <a:gd name="adj" fmla="val 68493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1"/>
          <p:cNvSpPr/>
          <p:nvPr/>
        </p:nvSpPr>
        <p:spPr>
          <a:xfrm>
            <a:off x="7944307" y="1419149"/>
            <a:ext cx="133502" cy="133502"/>
          </a:xfrm>
          <a:prstGeom prst="roundRect">
            <a:avLst>
              <a:gd name="adj" fmla="val 684934"/>
            </a:avLst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2"/>
          <p:cNvSpPr txBox="1"/>
          <p:nvPr/>
        </p:nvSpPr>
        <p:spPr>
          <a:xfrm>
            <a:off x="8191195" y="1390802"/>
            <a:ext cx="2147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5=전문 · 4=상 · 3=중 · 2=초중 · 1=초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7258507" y="1809598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활용도</a:t>
            </a:r>
            <a:endParaRPr lang="en-US" sz="1000" dirty="0"/>
          </a:p>
        </p:txBody>
      </p:sp>
      <p:sp>
        <p:nvSpPr>
          <p:cNvPr id="79" name="Shape 74"/>
          <p:cNvSpPr/>
          <p:nvPr/>
        </p:nvSpPr>
        <p:spPr>
          <a:xfrm>
            <a:off x="7258507" y="2076602"/>
            <a:ext cx="590702" cy="286207"/>
          </a:xfrm>
          <a:prstGeom prst="rect">
            <a:avLst/>
          </a:prstGeom>
          <a:noFill/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5"/>
          <p:cNvSpPr txBox="1"/>
          <p:nvPr/>
        </p:nvSpPr>
        <p:spPr>
          <a:xfrm>
            <a:off x="7381951" y="21241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[일상]</a:t>
            </a:r>
            <a:endParaRPr lang="en-US" sz="1000" dirty="0"/>
          </a:p>
        </p:txBody>
      </p:sp>
      <p:sp>
        <p:nvSpPr>
          <p:cNvPr id="81" name="Shape 76"/>
          <p:cNvSpPr/>
          <p:nvPr/>
        </p:nvSpPr>
        <p:spPr>
          <a:xfrm>
            <a:off x="7917790" y="2076602"/>
            <a:ext cx="847649" cy="286207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7"/>
          <p:cNvSpPr txBox="1"/>
          <p:nvPr/>
        </p:nvSpPr>
        <p:spPr>
          <a:xfrm>
            <a:off x="8041234" y="2124151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 1–2회]</a:t>
            </a:r>
            <a:endParaRPr lang="en-US" sz="1000" dirty="0"/>
          </a:p>
        </p:txBody>
      </p:sp>
      <p:sp>
        <p:nvSpPr>
          <p:cNvPr id="83" name="Shape 78"/>
          <p:cNvSpPr/>
          <p:nvPr/>
        </p:nvSpPr>
        <p:spPr>
          <a:xfrm>
            <a:off x="8834018" y="2076602"/>
            <a:ext cx="752551" cy="286207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79"/>
          <p:cNvSpPr txBox="1"/>
          <p:nvPr/>
        </p:nvSpPr>
        <p:spPr>
          <a:xfrm>
            <a:off x="8957462" y="2124151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[학습 중]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7258507" y="259049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자격증/교육</a:t>
            </a:r>
            <a:endParaRPr lang="en-US" sz="1000" dirty="0"/>
          </a:p>
        </p:txBody>
      </p:sp>
      <p:sp>
        <p:nvSpPr>
          <p:cNvPr id="86" name="Shape 81"/>
          <p:cNvSpPr/>
          <p:nvPr/>
        </p:nvSpPr>
        <p:spPr>
          <a:xfrm>
            <a:off x="7258507" y="2857500"/>
            <a:ext cx="304495" cy="30449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43546" y="2950769"/>
            <a:ext cx="133502" cy="133502"/>
          </a:xfrm>
          <a:prstGeom prst="rect">
            <a:avLst/>
          </a:prstGeom>
        </p:spPr>
      </p:pic>
      <p:sp>
        <p:nvSpPr>
          <p:cNvPr id="88" name="Text 82"/>
          <p:cNvSpPr txBox="1"/>
          <p:nvPr/>
        </p:nvSpPr>
        <p:spPr>
          <a:xfrm>
            <a:off x="7677302" y="28575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[자격증명] · [기관] · [연도]</a:t>
            </a:r>
            <a:endParaRPr lang="en-US" sz="1200" dirty="0"/>
          </a:p>
        </p:txBody>
      </p:sp>
      <p:sp>
        <p:nvSpPr>
          <p:cNvPr id="89" name="Text 83"/>
          <p:cNvSpPr txBox="1"/>
          <p:nvPr/>
        </p:nvSpPr>
        <p:spPr>
          <a:xfrm>
            <a:off x="7677302" y="3086100"/>
            <a:ext cx="1976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설명 또는 역량 연계 포인트]</a:t>
            </a:r>
            <a:endParaRPr lang="en-US" sz="1000" dirty="0"/>
          </a:p>
        </p:txBody>
      </p:sp>
      <p:sp>
        <p:nvSpPr>
          <p:cNvPr id="90" name="Shape 84"/>
          <p:cNvSpPr/>
          <p:nvPr/>
        </p:nvSpPr>
        <p:spPr>
          <a:xfrm>
            <a:off x="7258507" y="3353105"/>
            <a:ext cx="304495" cy="30449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1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7324344" y="3445459"/>
            <a:ext cx="171907" cy="133502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7677302" y="335310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[교육/부트캠프명] · [기관] · [기간]</a:t>
            </a:r>
            <a:endParaRPr lang="en-US" sz="1200" dirty="0"/>
          </a:p>
        </p:txBody>
      </p:sp>
      <p:sp>
        <p:nvSpPr>
          <p:cNvPr id="93" name="Text 86"/>
          <p:cNvSpPr txBox="1"/>
          <p:nvPr/>
        </p:nvSpPr>
        <p:spPr>
          <a:xfrm>
            <a:off x="7677302" y="3581705"/>
            <a:ext cx="1377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[커리큘럼 핵심 키워드]</a:t>
            </a:r>
            <a:endParaRPr lang="en-US" sz="1000" dirty="0"/>
          </a:p>
        </p:txBody>
      </p:sp>
      <p:sp>
        <p:nvSpPr>
          <p:cNvPr id="94" name="Text 87"/>
          <p:cNvSpPr txBox="1"/>
          <p:nvPr/>
        </p:nvSpPr>
        <p:spPr>
          <a:xfrm>
            <a:off x="7258507" y="3991356"/>
            <a:ext cx="2934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각 항목의 점 개수는 실제 숙련도에 맞추어 조정하세요.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9907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2900"/>
            <a:ext cx="25200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 &amp; 다음 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38505"/>
            <a:ext cx="761695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62202"/>
            <a:ext cx="381305" cy="38130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356" y="1278331"/>
            <a:ext cx="171907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2805" y="1114654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email@example.com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1390802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772107"/>
            <a:ext cx="381305" cy="38130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356" y="1888236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52805" y="1723644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+82-10-0000-0000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2000707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381098"/>
            <a:ext cx="381305" cy="38130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38582" y="2498141"/>
            <a:ext cx="219456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52805" y="2333549"/>
            <a:ext cx="2553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https://your-portfolio.link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2609698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포트폴리오/링크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3105302"/>
            <a:ext cx="1634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형태/지역/입사 가능일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372307"/>
            <a:ext cx="2391156" cy="552298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80644" y="3457346"/>
            <a:ext cx="21579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형태: {예: 정규직/계약/하이브리드}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958998" y="3372307"/>
            <a:ext cx="2391156" cy="362102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3082442" y="3457346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지역: {예: 서울/원격}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60797" y="3372307"/>
            <a:ext cx="2391156" cy="362102"/>
          </a:xfrm>
          <a:prstGeom prst="rect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5585155" y="3457346"/>
            <a:ext cx="1871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입사 가능일: {예: YYYY.MM.DD}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11480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가치관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352544"/>
            <a:ext cx="7025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"{협업 가치관 한 줄을 입력하세요: 예) 데이터로 합의하고, 빠르게 실행하며, 끝까지 책임집니다.}"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905695" y="1952244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10116922" y="2676449"/>
            <a:ext cx="853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코드 자리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116922" y="2866644"/>
            <a:ext cx="1510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[프로필/포트폴리오 링크]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1100</Words>
  <Application>Microsoft Macintosh PowerPoint</Application>
  <PresentationFormat>와이드스크린</PresentationFormat>
  <Paragraphs>183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최필립[ 학부재학 / 경영학과 ]</cp:lastModifiedBy>
  <cp:revision>3</cp:revision>
  <dcterms:created xsi:type="dcterms:W3CDTF">2025-11-16T18:59:58Z</dcterms:created>
  <dcterms:modified xsi:type="dcterms:W3CDTF">2025-11-17T03:37:37Z</dcterms:modified>
</cp:coreProperties>
</file>