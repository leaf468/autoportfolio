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32" d="100"/>
          <a:sy n="132" d="100"/>
        </p:scale>
        <p:origin x="3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976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905" y="2976372"/>
            <a:ext cx="5680363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45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3804818"/>
            <a:ext cx="748906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[지원 직무]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4252874"/>
            <a:ext cx="1028250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소개 — 핵심 가치·전문성 7~10단어]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0100" y="6248095"/>
            <a:ext cx="829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[지원 회사]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15922" y="6248095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[010-0000-0000]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865169" y="6248095"/>
            <a:ext cx="350027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[email@domain.com]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533095"/>
            <a:ext cx="75895" cy="228600"/>
          </a:xfrm>
          <a:prstGeom prst="roundRect">
            <a:avLst>
              <a:gd name="adj" fmla="val 60241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04595" y="400507"/>
            <a:ext cx="14859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875995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About Me · Colorful Clean Content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4724705" cy="1772107"/>
          </a:xfrm>
          <a:prstGeom prst="roundRect">
            <a:avLst>
              <a:gd name="adj" fmla="val 3329"/>
            </a:avLst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943600" y="1371600"/>
            <a:ext cx="4724705" cy="1772107"/>
          </a:xfrm>
          <a:prstGeom prst="roundRect">
            <a:avLst>
              <a:gd name="adj" fmla="val 33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14400" y="3448202"/>
            <a:ext cx="9753905" cy="1561795"/>
          </a:xfrm>
          <a:prstGeom prst="roundRect">
            <a:avLst>
              <a:gd name="adj" fmla="val 4284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17791" b="-17791"/>
          <a:stretch/>
        </p:blipFill>
        <p:spPr>
          <a:xfrm>
            <a:off x="923544" y="3457346"/>
            <a:ext cx="75895" cy="15435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52144" y="160934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1609344" y="1695298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52143" y="2076601"/>
            <a:ext cx="4247629" cy="828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[전문 분야/관심 분야/일하는 방식 2~3문장 요약]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1344" y="160934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6638544" y="1695298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강점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181344" y="2066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1 [예: 문제 해결 중심]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181344" y="2371954"/>
            <a:ext cx="2220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2 [예: 커뮤니케이션/리더십]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181344" y="2676449"/>
            <a:ext cx="2124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강점 3 [예: 실행력/데이터 기반]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152144" y="368594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284C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609344" y="37719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정보(선택)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52144" y="4143146"/>
            <a:ext cx="9349018" cy="29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경력연차 [n년] · 지역 [도시] · 희망 근무형태 [예: 하이브리드]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152144" y="4486046"/>
            <a:ext cx="1171346" cy="286207"/>
          </a:xfrm>
          <a:prstGeom prst="roundRect">
            <a:avLst>
              <a:gd name="adj" fmla="val 3194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2398471" y="4486046"/>
            <a:ext cx="694944" cy="286207"/>
          </a:xfrm>
          <a:prstGeom prst="roundRect">
            <a:avLst>
              <a:gd name="adj" fmla="val 3194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3164738" y="4486046"/>
            <a:ext cx="1067105" cy="286207"/>
          </a:xfrm>
          <a:prstGeom prst="roundRect">
            <a:avLst>
              <a:gd name="adj" fmla="val 3194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1276502" y="4533595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경력연차 5년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2521915" y="4533595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서울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3289097" y="453359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하이브리드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4400" y="533095"/>
            <a:ext cx="75895" cy="228600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04595" y="400507"/>
            <a:ext cx="15819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1555587"/>
            <a:ext cx="4762195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905195" y="1555587"/>
            <a:ext cx="4762195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914400" y="2679384"/>
            <a:ext cx="4762195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5905195" y="2679384"/>
            <a:ext cx="4762195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914400" y="3869933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도구/기술 스택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914400" y="4146082"/>
            <a:ext cx="705002" cy="267005"/>
          </a:xfrm>
          <a:prstGeom prst="roundRect">
            <a:avLst>
              <a:gd name="adj" fmla="val 342465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1693469" y="4146082"/>
            <a:ext cx="771754" cy="267005"/>
          </a:xfrm>
          <a:prstGeom prst="roundRect">
            <a:avLst>
              <a:gd name="adj" fmla="val 34246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2535631" y="4146082"/>
            <a:ext cx="571500" cy="267005"/>
          </a:xfrm>
          <a:prstGeom prst="roundRect">
            <a:avLst>
              <a:gd name="adj" fmla="val 342465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3181198" y="4146082"/>
            <a:ext cx="743407" cy="267005"/>
          </a:xfrm>
          <a:prstGeom prst="roundRect">
            <a:avLst>
              <a:gd name="adj" fmla="val 342465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4000500" y="4146082"/>
            <a:ext cx="847649" cy="267005"/>
          </a:xfrm>
          <a:prstGeom prst="roundRect">
            <a:avLst>
              <a:gd name="adj" fmla="val 342465"/>
            </a:avLst>
          </a:prstGeom>
          <a:solidFill>
            <a:srgbClr val="0284C7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1028700" y="4184487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[Figma]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807769" y="4184487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[Python]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2649931" y="418448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[SQL]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3295498" y="4184487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[Notion]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4114800" y="4184487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[선택 도구]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1114654" y="17549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1076249" y="1717436"/>
            <a:ext cx="190195" cy="152705"/>
          </a:xfrm>
          <a:prstGeom prst="roundRect">
            <a:avLst>
              <a:gd name="adj" fmla="val 1497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 txBox="1"/>
          <p:nvPr/>
        </p:nvSpPr>
        <p:spPr>
          <a:xfrm>
            <a:off x="1133856" y="1707377"/>
            <a:ext cx="162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609344" y="1754926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1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609344" y="2021931"/>
            <a:ext cx="2115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[문제 정의·우선순위 설정 한 줄]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105449" y="1754926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6067044" y="1717436"/>
            <a:ext cx="190195" cy="152705"/>
          </a:xfrm>
          <a:prstGeom prst="roundRect">
            <a:avLst>
              <a:gd name="adj" fmla="val 1497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6124651" y="1707377"/>
            <a:ext cx="162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6601054" y="1754926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2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6601054" y="2021931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[데이터 기반 의사결정 한 줄]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1114654" y="287963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1076249" y="2841233"/>
            <a:ext cx="190195" cy="152705"/>
          </a:xfrm>
          <a:prstGeom prst="roundRect">
            <a:avLst>
              <a:gd name="adj" fmla="val 1497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 txBox="1"/>
          <p:nvPr/>
        </p:nvSpPr>
        <p:spPr>
          <a:xfrm>
            <a:off x="1133856" y="2832089"/>
            <a:ext cx="162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609344" y="2879638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3</a:t>
            </a:r>
            <a:endParaRPr lang="en-US" sz="1200" dirty="0"/>
          </a:p>
        </p:txBody>
      </p:sp>
      <p:sp>
        <p:nvSpPr>
          <p:cNvPr id="39" name="Text 33"/>
          <p:cNvSpPr txBox="1"/>
          <p:nvPr/>
        </p:nvSpPr>
        <p:spPr>
          <a:xfrm>
            <a:off x="1609344" y="3145728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[협업·커뮤니케이션 한 줄]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6105449" y="287963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6067044" y="2841233"/>
            <a:ext cx="190195" cy="152705"/>
          </a:xfrm>
          <a:prstGeom prst="roundRect">
            <a:avLst>
              <a:gd name="adj" fmla="val 1497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6124651" y="2832089"/>
            <a:ext cx="162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37"/>
          <p:cNvSpPr txBox="1"/>
          <p:nvPr/>
        </p:nvSpPr>
        <p:spPr>
          <a:xfrm>
            <a:off x="6601054" y="2879638"/>
            <a:ext cx="534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4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6601054" y="3145728"/>
            <a:ext cx="1657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[실행력·품질 관리 한 줄]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4400" y="533095"/>
            <a:ext cx="75895" cy="228600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04595" y="400507"/>
            <a:ext cx="26773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프로젝트 01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1024609"/>
            <a:ext cx="1314907" cy="228600"/>
          </a:xfrm>
          <a:prstGeom prst="roundRect">
            <a:avLst>
              <a:gd name="adj" fmla="val 10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257300" y="1053870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 / 기간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30019"/>
            <a:ext cx="5533949" cy="895198"/>
          </a:xfrm>
          <a:prstGeom prst="roundRect">
            <a:avLst>
              <a:gd name="adj" fmla="val 1304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114654" y="1539416"/>
            <a:ext cx="10533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14654" y="1834767"/>
            <a:ext cx="1624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 [YYYY.MM–YYYY.MM]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462960"/>
            <a:ext cx="895198" cy="2286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1238098" y="2492221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배경·목표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768370"/>
            <a:ext cx="5533949" cy="647395"/>
          </a:xfrm>
          <a:prstGeom prst="roundRect">
            <a:avLst>
              <a:gd name="adj" fmla="val 2492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114654" y="2853409"/>
            <a:ext cx="5156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목표를 1~2문장으로 요약]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653509"/>
            <a:ext cx="933602" cy="228600"/>
          </a:xfrm>
          <a:prstGeom prst="roundRect">
            <a:avLst>
              <a:gd name="adj" fmla="val 100000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276502" y="3682770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역할·기여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958919"/>
            <a:ext cx="2657246" cy="1238098"/>
          </a:xfrm>
          <a:prstGeom prst="roundRect">
            <a:avLst>
              <a:gd name="adj" fmla="val 681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304849" y="4159172"/>
            <a:ext cx="1438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1 — 예: PM]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04849" y="4463667"/>
            <a:ext cx="1638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2 — 예: 리서치]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04849" y="4768163"/>
            <a:ext cx="1495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3 — 예: 설계]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93846" y="3653509"/>
            <a:ext cx="638251" cy="228600"/>
          </a:xfrm>
          <a:prstGeom prst="roundRect">
            <a:avLst>
              <a:gd name="adj" fmla="val 100000"/>
            </a:avLst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117543" y="3682770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3846" y="3958919"/>
            <a:ext cx="2657246" cy="1162202"/>
          </a:xfrm>
          <a:prstGeom prst="roundRect">
            <a:avLst>
              <a:gd name="adj" fmla="val 773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4184294" y="4159172"/>
            <a:ext cx="1772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성과 1 — 예: 전환율 +18%]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84294" y="4692267"/>
            <a:ext cx="2086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성과 2 — 예: 이탈 -12%]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434760"/>
            <a:ext cx="1152144" cy="228600"/>
          </a:xfrm>
          <a:prstGeom prst="roundRect">
            <a:avLst>
              <a:gd name="adj" fmla="val 100000"/>
            </a:avLst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1238098" y="5464021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기술/도구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5740170"/>
            <a:ext cx="5533949" cy="609905"/>
          </a:xfrm>
          <a:prstGeom prst="roundRect">
            <a:avLst>
              <a:gd name="adj" fmla="val 2811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76249" y="5902019"/>
            <a:ext cx="1095451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410005" y="5949567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React]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43023" y="5902019"/>
            <a:ext cx="1095451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2542946" y="5949567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Figma]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14370" y="5902019"/>
            <a:ext cx="923544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3747211" y="5949567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GA]</a:t>
            </a:r>
            <a:endParaRPr lang="en-US" sz="10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rcRect t="-13876" b="-13876"/>
          <a:stretch/>
        </p:blipFill>
        <p:spPr>
          <a:xfrm>
            <a:off x="6825996" y="1015465"/>
            <a:ext cx="3847795" cy="3047695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825996" y="1015465"/>
            <a:ext cx="3847795" cy="3047695"/>
          </a:xfrm>
          <a:prstGeom prst="roundRect">
            <a:avLst>
              <a:gd name="adj" fmla="val 1125"/>
            </a:avLst>
          </a:prstGeom>
          <a:solidFill>
            <a:srgbClr val="F9FAFB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8024774" y="2444672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[시각 자료/스크린샷 자리]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6825996" y="4168316"/>
            <a:ext cx="2781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캡션(선택): [이미지 또는 다이어그램에 대한 간단한 설명]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4400" y="533095"/>
            <a:ext cx="75895" cy="228600"/>
          </a:xfrm>
          <a:prstGeom prst="roundRect">
            <a:avLst>
              <a:gd name="adj" fmla="val 6024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04595" y="400507"/>
            <a:ext cx="26773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프로젝트 02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113207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295705" y="1198826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 / 기간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474975"/>
            <a:ext cx="4724705" cy="571500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1076249" y="1645968"/>
            <a:ext cx="3076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 / [기간 — 예: 2023.07–2023.12]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3667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295705" y="2303421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배경·목표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579570"/>
            <a:ext cx="4724705" cy="819302"/>
          </a:xfrm>
          <a:prstGeom prst="roundRect">
            <a:avLst>
              <a:gd name="adj" fmla="val 15573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76249" y="2751477"/>
            <a:ext cx="44961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[문제 정의와 목표를 1~2문장으로 요약 — 예: 데이터 파이프라인 병목을 해소하여 처리 안정성과 속도 개선]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589068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1295705" y="3655819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역할·기여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3931968"/>
            <a:ext cx="4724705" cy="857707"/>
          </a:xfrm>
          <a:prstGeom prst="roundRect">
            <a:avLst>
              <a:gd name="adj" fmla="val 1421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37844" y="4056326"/>
            <a:ext cx="1524305" cy="267005"/>
          </a:xfrm>
          <a:prstGeom prst="roundRect">
            <a:avLst>
              <a:gd name="adj" fmla="val 7338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133856" y="4093816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1 — 예: 백엔드]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34386" y="4056326"/>
            <a:ext cx="1390802" cy="267005"/>
          </a:xfrm>
          <a:prstGeom prst="roundRect">
            <a:avLst>
              <a:gd name="adj" fmla="val 73385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2729484" y="4093816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2 — 예: ETL]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37844" y="4399226"/>
            <a:ext cx="1647749" cy="267005"/>
          </a:xfrm>
          <a:prstGeom prst="roundRect">
            <a:avLst>
              <a:gd name="adj" fmla="val 7338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133856" y="4436716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[키워드 3 — 예: 모니터링]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97987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295705" y="5046621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5322770"/>
            <a:ext cx="4724705" cy="838505"/>
          </a:xfrm>
          <a:prstGeom prst="roundRect">
            <a:avLst>
              <a:gd name="adj" fmla="val 1487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266444" y="5484619"/>
            <a:ext cx="1410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처리시간 -35%]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66444" y="5770826"/>
            <a:ext cx="12765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오류율 -90%]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03996" y="528436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0B981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7085301" y="5351116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기술/도구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4400" y="6858000"/>
            <a:ext cx="4724705" cy="514807"/>
          </a:xfrm>
          <a:prstGeom prst="roundRect">
            <a:avLst>
              <a:gd name="adj" fmla="val 39471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827440" y="5750709"/>
            <a:ext cx="972007" cy="267005"/>
          </a:xfrm>
          <a:prstGeom prst="roundRect">
            <a:avLst>
              <a:gd name="adj" fmla="val 34246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941740" y="5789114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Python]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67113" y="5750709"/>
            <a:ext cx="961949" cy="267005"/>
          </a:xfrm>
          <a:prstGeom prst="roundRect">
            <a:avLst>
              <a:gd name="adj" fmla="val 342465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7981413" y="5789114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Airflow]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897642" y="5750709"/>
            <a:ext cx="1095451" cy="267005"/>
          </a:xfrm>
          <a:prstGeom prst="roundRect">
            <a:avLst>
              <a:gd name="adj" fmla="val 34246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9011942" y="5789114"/>
            <a:ext cx="967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[예: BigQuery]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03996" y="113207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7085301" y="1198826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자료</a:t>
            </a:r>
            <a:endParaRPr lang="en-US" sz="90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rcRect t="-3755" b="-3755"/>
          <a:stretch/>
        </p:blipFill>
        <p:spPr>
          <a:xfrm>
            <a:off x="6703996" y="1512465"/>
            <a:ext cx="4724705" cy="3047695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6703996" y="4636970"/>
            <a:ext cx="1248156" cy="228600"/>
          </a:xfrm>
          <a:prstGeom prst="roundRect">
            <a:avLst>
              <a:gd name="adj" fmla="val 100000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799094" y="4665316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권장: 주요 화면 1~2장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25304" y="4636970"/>
            <a:ext cx="1133856" cy="228600"/>
          </a:xfrm>
          <a:prstGeom prst="roundRect">
            <a:avLst>
              <a:gd name="adj" fmla="val 100000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8120402" y="4665316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또는: 간단한 흐름도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6703996" y="1512465"/>
            <a:ext cx="4724705" cy="30476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8011588" y="2941672"/>
            <a:ext cx="2214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[시각 자료/다이어그램/스크린샷 자리]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4400" y="533095"/>
            <a:ext cx="75895" cy="228600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04595" y="400507"/>
            <a:ext cx="17812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· 학력</a:t>
            </a:r>
            <a:endParaRPr lang="en-US" sz="2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6214" b="-6214"/>
          <a:stretch/>
        </p:blipFill>
        <p:spPr>
          <a:xfrm>
            <a:off x="5772607" y="688207"/>
            <a:ext cx="38405" cy="64766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025089"/>
            <a:ext cx="4686300" cy="1371600"/>
          </a:xfrm>
          <a:prstGeom prst="roundRect">
            <a:avLst>
              <a:gd name="adj" fmla="val 3704"/>
            </a:avLst>
          </a:prstGeom>
          <a:noFill/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114654" y="121528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4654" y="4154456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4654" y="1453943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[회사명] · [직책]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14654" y="170174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14654" y="1967835"/>
            <a:ext cx="2581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1줄 — 예: 매출 +15% 달성]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0" y="1644619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982005" y="2450931"/>
            <a:ext cx="4686300" cy="1390802"/>
          </a:xfrm>
          <a:prstGeom prst="roundRect">
            <a:avLst>
              <a:gd name="adj" fmla="val 3603"/>
            </a:avLst>
          </a:prstGeom>
          <a:noFill/>
          <a:ln w="12700">
            <a:solidFill>
              <a:srgbClr val="06B6D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14400" y="3964261"/>
            <a:ext cx="4686300" cy="1371600"/>
          </a:xfrm>
          <a:prstGeom prst="roundRect">
            <a:avLst>
              <a:gd name="adj" fmla="val 3704"/>
            </a:avLst>
          </a:prstGeom>
          <a:noFill/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982005" y="5303471"/>
            <a:ext cx="4686300" cy="1429207"/>
          </a:xfrm>
          <a:prstGeom prst="roundRect">
            <a:avLst>
              <a:gd name="adj" fmla="val 3412"/>
            </a:avLst>
          </a:prstGeom>
          <a:noFill/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181344" y="2642041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B6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81344" y="5493667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자격 · 수상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2879785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[학교] · [전공] / [학위]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14654" y="4392200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[회사명] · [직책]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181344" y="341288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[주요 성과/활동 1줄 — 예: 캡스톤 우수]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181344" y="3146790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15000" y="3069977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114654" y="4640003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14654" y="4907008"/>
            <a:ext cx="3115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성과 1줄 — 예: 프로세스 리드타임 -30%]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715000" y="4563627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372454" y="5732325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[자격/수상명] — [기관/연도]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72454" y="6036820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[자격/수상명] — [기관/연도]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181344" y="6341315"/>
            <a:ext cx="2557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정보처리기사 — 한국산업인력공단/2023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15000" y="5980223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40350" y="533095"/>
            <a:ext cx="75895" cy="228600"/>
          </a:xfrm>
          <a:prstGeom prst="roundRect">
            <a:avLst>
              <a:gd name="adj" fmla="val 60241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730545" y="400507"/>
            <a:ext cx="11814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438705" y="1295705"/>
            <a:ext cx="7315200" cy="1276502"/>
          </a:xfrm>
          <a:prstGeom prst="roundRect">
            <a:avLst>
              <a:gd name="adj" fmla="val 8553"/>
            </a:avLst>
          </a:prstGeom>
          <a:noFill/>
          <a:ln w="12700">
            <a:solidFill>
              <a:srgbClr val="DBEAFE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1218895" y="28767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714500" y="2866644"/>
            <a:ext cx="419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714500" y="3029407"/>
            <a:ext cx="1657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[email@domain.com]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46397" y="28767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042002" y="286664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042002" y="3029407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[010-0000-0000]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73898" y="28767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0284C7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369503" y="2866644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링크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369503" y="3029407"/>
            <a:ext cx="235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[포트폴리오/깃허브/링크드인 URL]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3695" y="3562502"/>
            <a:ext cx="1524305" cy="152430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333695" y="3562502"/>
            <a:ext cx="15243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5851246" y="4238244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CODE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4972507" y="5162702"/>
            <a:ext cx="23481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코드: 포트폴리오 또는 링크트리 연결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904842" y="5581498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메모(선택): [이용 가능 시점/간단한 인사말]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080406" y="1552651"/>
            <a:ext cx="22960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 · [직무]</a:t>
            </a:r>
            <a:endParaRPr lang="en-US" sz="2700" dirty="0"/>
          </a:p>
        </p:txBody>
      </p:sp>
      <p:sp>
        <p:nvSpPr>
          <p:cNvPr id="23" name="Text 19"/>
          <p:cNvSpPr txBox="1"/>
          <p:nvPr/>
        </p:nvSpPr>
        <p:spPr>
          <a:xfrm>
            <a:off x="4075794" y="2066544"/>
            <a:ext cx="4132462" cy="410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[한 줄 인사말/핵심 가치 6~10단어]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602</Words>
  <Application>Microsoft Macintosh PowerPoint</Application>
  <PresentationFormat>와이드스크린</PresentationFormat>
  <Paragraphs>113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최필립[ 학부재학 / 경영학과 ]</cp:lastModifiedBy>
  <cp:revision>3</cp:revision>
  <dcterms:created xsi:type="dcterms:W3CDTF">2025-11-16T18:42:29Z</dcterms:created>
  <dcterms:modified xsi:type="dcterms:W3CDTF">2025-11-17T03:42:51Z</dcterms:modified>
</cp:coreProperties>
</file>