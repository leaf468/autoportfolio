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7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1543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Name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 차 풀스택 개발자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example@email.com | 010-0000-0000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2719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핀테크 스타트업 • 2022년 1월 - 현재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상세 정보는 포트폴리오 웹사이트 참조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React, Node.js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React, Node.js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대표 프로젝트 스크린샷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회사A | 시니어 개발자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회사B | 시니어 개발자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2023.01-2024.01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2023.01-2024.01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리드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달성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달성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프로젝트 상세는 다음 페이지 참조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4352544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4352544" cy="514807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시니어 개발자, 소프트웨어 엔지니어, 주니어 개발자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경력 타임라인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3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결제 처리 시스템 리팩토링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· 개발자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모놀리식 아키텍처를 마이크로서비스로 전환하여 시스템 응답 시간을 평균 2초에서 300ms로 개선했습니다. 
이로 인해 장애 발생 시 격리가 가능해져 서비스 안정성이 크게 향상되었습니다. 
이 프로젝트는 2022년 1월부터 6개월 동안 진행되었으며, 팀의 솔루션 아키텍트로서 주요 설계 및 구현 작업을 주도했습니다. 
Kubernetes 기반 컨테이너 오케스트레이션을 도입하고 무중단 배포 파이프라인을 구축하여 운영 효율성을 높였습니다. 
이로 인해 배포 주기가 50% 단축되고, 시스템 가용성이 99.9%로 증가했습니다.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2573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8860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Git, Jira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스크린샷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72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상품 추천 시스템 개발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/ 개발자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행동 데이터를 분석하여 개인화된 추천을 제공하는 시스템을 구축했습니다. 
이를 통해 클릭률이 35% 증가하고 평균 구매 금액도 20% 상승했습니다. 
이 프로젝트에서 저는 데이터 분석 및 머신러닝 모델 개발을 주도하였으며, 
팀원들과 협력하여 시스템의 성능을 최적화하였습니다. 
Python과 TensorFlow를 활용하여 실시간 데이터 처리를 위해 Apache Kafka를 도입했습니다. 
이와 같은 기술 스택을 통해 시스템의 반응 속도를 50% 향상시켰습니다.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4352544" cy="2133295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738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▼30%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681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38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CI/CD 파이프라인 자동화 프로젝트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/ 개발자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Actions와 AWS CodePipeline을 활용하여 코드 커밋부터 프로덕션 배포까지의 프로세스를 자동화했습니다. 
이로 인해 배포 시간을 1시간에서 15분으로 단축시켰습니다. 
이러한 자동화로 인해 연간 배포 횟수가 50% 증가하였으며, 팀의 개발 생산성을 크게 향상시키는 데 기여했습니다. 
특히, 이 과정에서 팀원들의 작업 효율이 30% 상승하여 프로젝트 진행 속도가 빨라졌습니다.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624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435254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72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4352544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523951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5715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7242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4352544" cy="1466698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4352544" cy="20574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2677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44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example@email.com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010-0000-0000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1638605" cy="1638605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247802" cy="2862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2191695" cy="4572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