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611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942746"/>
            <a:ext cx="2006559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657807"/>
            <a:ext cx="1622602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[지원 직무]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286000"/>
            <a:ext cx="18579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[이메일] | [전화번호]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0" y="533095"/>
            <a:ext cx="3170316" cy="3658057"/>
          </a:xfrm>
          <a:prstGeom prst="roundRect">
            <a:avLst>
              <a:gd name="adj" fmla="val 37495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37369" y="1657807"/>
            <a:ext cx="98544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353105"/>
            <a:ext cx="190076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대상: [회사명/팀명]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955426" y="3353105"/>
            <a:ext cx="94741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[YYYY.MM]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8630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653509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5969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[경력 연차/전문 분야/관심 도메인]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95705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115007"/>
            <a:ext cx="15298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가치관/업무 스타일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686300"/>
            <a:ext cx="45290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3254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6602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9951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3300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3349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[역량1]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466698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[역량2]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200046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[역량3]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33395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[역량4]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[역량5]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9905" y="2609698"/>
            <a:ext cx="2202103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 또는 키워드]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3066898"/>
            <a:ext cx="2202103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 또는 키워드]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3524098"/>
            <a:ext cx="2202103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 또는 키워드]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3943807"/>
            <a:ext cx="8122523" cy="772210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7046" y="4105656"/>
            <a:ext cx="23227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 한 줄: [수치/임팩트]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38505" y="4953305"/>
            <a:ext cx="109600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[개인 사이트]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017166" y="4953305"/>
            <a:ext cx="94741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[LinkedIn]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097987" y="4953305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[GitHub]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09905" y="5134356"/>
            <a:ext cx="147401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[추가 참고 사항]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32904" y="457200"/>
            <a:ext cx="5658307" cy="3658057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71509" y="1580998"/>
            <a:ext cx="15298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이미지/아이콘 자리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32904" y="3124505"/>
            <a:ext cx="2736433" cy="943660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83242" y="3124505"/>
            <a:ext cx="2736433" cy="943660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23353" y="3247949"/>
            <a:ext cx="114592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키포인트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797796" y="3247949"/>
            <a:ext cx="6133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차별점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356348" y="3467405"/>
            <a:ext cx="80595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[짧은 설명]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607601" y="3467405"/>
            <a:ext cx="80595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[짧은 설명]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232904" y="5134356"/>
            <a:ext cx="2539105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[예시 다이어그램/사진]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752173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사항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37777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회사명 · 직무 · 기간 · 역할 · 성과 · 사용 기술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19202" cy="54105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7707" y="1304849"/>
            <a:ext cx="1715322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[회사 A] | [직무]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7707" y="3762756"/>
            <a:ext cx="1728399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[회사 B] | [직무]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15330" y="1352398"/>
            <a:ext cx="2610429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[YYYY.MM–YYYY.MM]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15330" y="3810305"/>
            <a:ext cx="2610429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[YYYY.MM–YYYY.MM]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16014" y="6238951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[기간]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7707" y="1638605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" y="4095598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7707" y="6515100"/>
            <a:ext cx="203746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[간단 설명 또는 담당 영역]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" y="2095805"/>
            <a:ext cx="1626168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역할 1]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" y="2553005"/>
            <a:ext cx="1626168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역할 2]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57707" y="4552798"/>
            <a:ext cx="1626168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역할 1]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7707" y="5009998"/>
            <a:ext cx="1626168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역할 2]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7707" y="2857500"/>
            <a:ext cx="4941983" cy="1299866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" y="5315407"/>
            <a:ext cx="4941983" cy="1299866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09751" y="2980944"/>
            <a:ext cx="89867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71346" y="5438851"/>
            <a:ext cx="89867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1151" y="3209544"/>
            <a:ext cx="171532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[지표/수치/전후 비교]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1151" y="5667451"/>
            <a:ext cx="150491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[지표/수치/임팩트]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006" y="2857500"/>
            <a:ext cx="4941983" cy="1299866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006" y="5315407"/>
            <a:ext cx="4941983" cy="1299866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83050" y="2980944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321454" y="5438851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54450" y="3209544"/>
            <a:ext cx="198754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[언어/프레임워크/인프라]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054450" y="5667451"/>
            <a:ext cx="198754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[언어/프레임워크/인프라]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7707" y="6210605"/>
            <a:ext cx="23287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[기타] 인턴/프리랜스/자문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9905" y="6696151"/>
            <a:ext cx="292306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[프로젝트 상세는 다음 페이지에서 확인]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32904" y="457200"/>
            <a:ext cx="2736433" cy="1171347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83242" y="457200"/>
            <a:ext cx="2736433" cy="1171347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23353" y="6190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경력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892894" y="619049"/>
            <a:ext cx="6133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394753" y="847649"/>
            <a:ext cx="6074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[X년]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46006" y="847649"/>
            <a:ext cx="133136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[산업/업무 분야]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32904" y="1466698"/>
            <a:ext cx="5658307" cy="228645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94038" y="2133295"/>
            <a:ext cx="120773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로고/배지 자리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32904" y="3219602"/>
            <a:ext cx="5658307" cy="772210"/>
          </a:xfrm>
          <a:prstGeom prst="roundRect">
            <a:avLst>
              <a:gd name="adj" fmla="val 197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23353" y="3381451"/>
            <a:ext cx="339973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하이라이트: [핵심 역량/임팩트 키워드 2~3개]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232904" y="6696151"/>
            <a:ext cx="2712659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[타임라인/로고 배치 예시]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1040084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2284720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35792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[YYYY.MM–YYYY.MM] · [역할]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57300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590495"/>
            <a:ext cx="120773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접근/핵심 기여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381805"/>
            <a:ext cx="89867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124298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867705"/>
            <a:ext cx="99733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1752905"/>
            <a:ext cx="2926033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[해결하려는 문제와 맥락]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2210105"/>
            <a:ext cx="3000922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KPI 또는 성공 기준]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086100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1]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543300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2]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4000500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3]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647895"/>
            <a:ext cx="2882050" cy="558103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82012" y="4647895"/>
            <a:ext cx="2882050" cy="558103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55034" y="4647895"/>
            <a:ext cx="2882050" cy="558103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695444"/>
            <a:ext cx="3038368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[지표명]: [수치/전후 비교]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506370" y="4695444"/>
            <a:ext cx="3038368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[지표명]: [수치/전후 비교]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278478" y="4695444"/>
            <a:ext cx="3038368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[지표명]: [수치/전후 비교]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5391302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9187" y="5391302"/>
            <a:ext cx="123864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96973" y="5391302"/>
            <a:ext cx="16344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21938" y="5391302"/>
            <a:ext cx="1225569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5391302"/>
            <a:ext cx="115187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3349" y="5438851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[언어]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392631" y="5438851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[프레임워크]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420417" y="5438851"/>
            <a:ext cx="14431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[인프라/클라우드]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745382" y="5438851"/>
            <a:ext cx="103418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[DB/데이터]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59452" y="5438851"/>
            <a:ext cx="96048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[도구/협업]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57707" y="6133795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[데모]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645006" y="6133795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[리포지토리]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767889" y="6133795"/>
            <a:ext cx="112096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[문서/보고서]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09905" y="6314846"/>
            <a:ext cx="2278776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[검증 방법/리스크/후속 과제]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32904" y="457200"/>
            <a:ext cx="5658307" cy="3658057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78647" y="1580998"/>
            <a:ext cx="281726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[스크린샷/아키텍처 다이어그램 자리]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32904" y="3124505"/>
            <a:ext cx="2736433" cy="943660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83242" y="3124505"/>
            <a:ext cx="2736433" cy="943660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4948" y="3247949"/>
            <a:ext cx="92363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KPI]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836201" y="3247949"/>
            <a:ext cx="143121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하이라이트]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356348" y="3467405"/>
            <a:ext cx="113998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[정의/측정 방법]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607601" y="3467405"/>
            <a:ext cx="1572676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[숫자 또는 임팩트 요약]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6314846"/>
            <a:ext cx="244044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[예시 흐름/전후 비교]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98590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975652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28446"/>
            <a:ext cx="1510862" cy="41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143000"/>
            <a:ext cx="315248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[YYYY.MM–YYYY.MM] / [역할]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561795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933395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505602"/>
            <a:ext cx="99733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2057400"/>
            <a:ext cx="300389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[해결하려는 문제 또는 고객 페인포인트]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2514600"/>
            <a:ext cx="183895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[목표 KPI 및 성공 기준]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3429000"/>
            <a:ext cx="71204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[기여 1]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886200"/>
            <a:ext cx="71204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[기여 2]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4343400"/>
            <a:ext cx="71204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[기여 3]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905" y="4762195"/>
            <a:ext cx="8122523" cy="772210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7046" y="4924044"/>
            <a:ext cx="29290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성과(정량): [주요 지표/수치/전후 비교]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8505" y="57726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[데모]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25803" y="5772607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[리포지토리]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48686" y="57726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[문서]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5952744"/>
            <a:ext cx="2427366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[추가 참고 사항 또는 역할 범위]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32904" y="457200"/>
            <a:ext cx="5658307" cy="3199942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7714" y="1429207"/>
            <a:ext cx="201250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2819095"/>
            <a:ext cx="175217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 하이라이트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232904" y="4019702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32904" y="3124505"/>
            <a:ext cx="1794967" cy="999897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20633" y="3124505"/>
            <a:ext cx="1794967" cy="999897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08362" y="3124505"/>
            <a:ext cx="1794967" cy="999897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56348" y="3258007"/>
            <a:ext cx="960485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[+00%]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44077" y="3258007"/>
            <a:ext cx="1059149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[▼00%]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3258007"/>
            <a:ext cx="885596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[T+00]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56348" y="3504895"/>
            <a:ext cx="632399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844077" y="3504895"/>
            <a:ext cx="817839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[오류/이탈]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3504895"/>
            <a:ext cx="76791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[리드타임]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32904" y="4286707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92186" y="4286707"/>
            <a:ext cx="123864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9972" y="4286707"/>
            <a:ext cx="928389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01784" y="4286707"/>
            <a:ext cx="1225569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15854" y="4286707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56348" y="4334256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[언어]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015630" y="4334256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[프레임워크]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043416" y="4334256"/>
            <a:ext cx="7370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[인프라]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825228" y="4334256"/>
            <a:ext cx="103418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[DB/데이터]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839298" y="4334256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[도구]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5952744"/>
            <a:ext cx="2539105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[예시 흐름도/아키텍처]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102581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975652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16725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프로젝트명: [이름]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086307"/>
            <a:ext cx="315248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[YYYY.MM–YYYY.MM] / [역할]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466698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15007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905402"/>
            <a:ext cx="89867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029200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772607"/>
            <a:ext cx="99733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1733702"/>
            <a:ext cx="190076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[해결하려는 문제와 KPI]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2609698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1]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066898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2]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3524098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3]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172407"/>
            <a:ext cx="2612806" cy="999897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8570" y="4172407"/>
            <a:ext cx="2612806" cy="999897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7234" y="4172407"/>
            <a:ext cx="2612806" cy="999897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286707"/>
            <a:ext cx="39703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852014" y="4286707"/>
            <a:ext cx="39703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970678" y="4286707"/>
            <a:ext cx="39703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33349" y="4457700"/>
            <a:ext cx="972372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[+XX%]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852014" y="4457700"/>
            <a:ext cx="811895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[YY%]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70678" y="4457700"/>
            <a:ext cx="750081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[수치]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9905" y="5296205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9187" y="5296205"/>
            <a:ext cx="123864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96973" y="5296205"/>
            <a:ext cx="928389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3349" y="5343754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[언어]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392631" y="5343754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[프레임워크]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20417" y="5343754"/>
            <a:ext cx="7370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[인프라]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" y="6038698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[데모]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588313" y="6038698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[리포지토리]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711196" y="6038698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[문서]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9905" y="6219749"/>
            <a:ext cx="180804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[검증 방법/참고 링크]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32904" y="457200"/>
            <a:ext cx="5658307" cy="3658057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7714" y="1580998"/>
            <a:ext cx="201250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32904" y="3124505"/>
            <a:ext cx="5658307" cy="1286560"/>
          </a:xfrm>
          <a:prstGeom prst="roundRect">
            <a:avLst>
              <a:gd name="adj" fmla="val 710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4150" y="3286354"/>
            <a:ext cx="78693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94753" y="35524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3F4F6"/>
          </a:solidFill>
          <a:ln/>
        </p:spPr>
      </p:sp>
      <p:sp>
        <p:nvSpPr>
          <p:cNvPr id="39" name="Shape 37"/>
          <p:cNvSpPr/>
          <p:nvPr/>
        </p:nvSpPr>
        <p:spPr>
          <a:xfrm>
            <a:off x="7394753" y="3552444"/>
            <a:ext cx="2419502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94753" y="3657600"/>
            <a:ext cx="1126906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[달성률 % 입력]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232904" y="6219749"/>
            <a:ext cx="240240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[이미지/흐름도 예시]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8658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752173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32939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카테고리별 핵심 기술을 정리해 주세요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3962003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6647" y="1295705"/>
            <a:ext cx="3962003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5" y="2324405"/>
            <a:ext cx="3962003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06647" y="2324405"/>
            <a:ext cx="3962003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7844" y="1457554"/>
            <a:ext cx="130640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프로그래밍 언어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216298" y="1457554"/>
            <a:ext cx="180209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프레임워크/라이브러리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37844" y="2486254"/>
            <a:ext cx="13194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클라우드/인프라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77894" y="2486254"/>
            <a:ext cx="164162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데이터베이스/데이터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1754" y="1723644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5102" y="1723644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8451" y="1723644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8496" y="17236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7778" y="17236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7975" y="17236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1754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1036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90318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68496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7778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7975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5198" y="1772107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[언어1]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628546" y="1772107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[언어2]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361895" y="1772107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[언어3]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92854" y="17721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52137" y="17721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11419" y="17721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5198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214677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092854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752137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11419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9905" y="5152644"/>
            <a:ext cx="269958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[추가 기술 또는 우선순위 표기 규칙]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32904" y="457200"/>
            <a:ext cx="5658307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23353" y="619049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도구/협업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94753" y="886054"/>
            <a:ext cx="68113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87284" y="886054"/>
            <a:ext cx="74295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2850" y="886054"/>
            <a:ext cx="94146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18197" y="933602"/>
            <a:ext cx="48975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[Git]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111642" y="933602"/>
            <a:ext cx="55156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[Jira]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756294" y="933602"/>
            <a:ext cx="75008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[Figma]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32904" y="1485900"/>
            <a:ext cx="5658307" cy="2200047"/>
          </a:xfrm>
          <a:prstGeom prst="roundRect">
            <a:avLst>
              <a:gd name="adj" fmla="val 242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23353" y="1647749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인증/자격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394753" y="2143354"/>
            <a:ext cx="126955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[자격증/배지 1]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394753" y="2600554"/>
            <a:ext cx="126955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[자격증/배지 2]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32904" y="3105302"/>
            <a:ext cx="5658307" cy="3086100"/>
          </a:xfrm>
          <a:prstGeom prst="roundRect">
            <a:avLst>
              <a:gd name="adj" fmla="val 123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23353" y="3267151"/>
            <a:ext cx="98544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숙련도 표시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94753" y="3534156"/>
            <a:ext cx="372069" cy="314097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80706" y="3552444"/>
            <a:ext cx="26033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85202" y="3534156"/>
            <a:ext cx="372069" cy="314097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871155" y="3552444"/>
            <a:ext cx="26033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76565" y="3534156"/>
            <a:ext cx="372069" cy="314097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62518" y="3552444"/>
            <a:ext cx="26033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567014" y="3552444"/>
            <a:ext cx="144905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[연차/사용 빈도]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394753" y="3847795"/>
            <a:ext cx="58247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[스킬A]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7394753" y="4153205"/>
            <a:ext cx="59436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[스킬B]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394753" y="4457700"/>
            <a:ext cx="58247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[스킬C]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237976" y="3847795"/>
            <a:ext cx="36018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[상]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1237976" y="4153205"/>
            <a:ext cx="36018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[중]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237976" y="4457700"/>
            <a:ext cx="36018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[하]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4753" y="40096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94753" y="431505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94753" y="4619549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03897" y="4019702"/>
            <a:ext cx="3209544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69" name="Shape 67"/>
          <p:cNvSpPr/>
          <p:nvPr/>
        </p:nvSpPr>
        <p:spPr>
          <a:xfrm>
            <a:off x="7403897" y="4324198"/>
            <a:ext cx="2210105" cy="75895"/>
          </a:xfrm>
          <a:prstGeom prst="roundRect">
            <a:avLst>
              <a:gd name="adj" fmla="val 602411"/>
            </a:avLst>
          </a:prstGeom>
          <a:solidFill>
            <a:srgbClr val="60A5FA"/>
          </a:solidFill>
          <a:ln/>
        </p:spPr>
      </p:sp>
      <p:sp>
        <p:nvSpPr>
          <p:cNvPr id="70" name="Shape 68"/>
          <p:cNvSpPr/>
          <p:nvPr/>
        </p:nvSpPr>
        <p:spPr>
          <a:xfrm>
            <a:off x="7403897" y="4629607"/>
            <a:ext cx="1209751" cy="75895"/>
          </a:xfrm>
          <a:prstGeom prst="roundRect">
            <a:avLst>
              <a:gd name="adj" fmla="val 602411"/>
            </a:avLst>
          </a:prstGeom>
          <a:solidFill>
            <a:srgbClr val="93C5FD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394753" y="4772254"/>
            <a:ext cx="3950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바는 편집하여 실제 숙련도를 표시하세요.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7232904" y="5152644"/>
            <a:ext cx="348057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[아이콘/레벨 바를 활용한 가독성 향상]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107163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342900"/>
            <a:ext cx="1306403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80230" y="895198"/>
            <a:ext cx="428533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성장하는 파트너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715000" y="1447495"/>
            <a:ext cx="761695" cy="57607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80767" y="1657807"/>
            <a:ext cx="95596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제안이나 협업 기회가 있으시면 언제든지 아래 연락처로 연락해주세요. 함께 멋진 가치를 만들어 나가길 기대합니다.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190902"/>
            <a:ext cx="3504346" cy="222885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08706" y="2381098"/>
            <a:ext cx="693023" cy="799642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79699" y="2553005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64485" y="3029407"/>
            <a:ext cx="706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946197" y="3295498"/>
            <a:ext cx="7370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[이메일]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49394" y="2190902"/>
            <a:ext cx="3504346" cy="222885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29300" y="2381098"/>
            <a:ext cx="693023" cy="799642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00293" y="2553005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5584" y="3029407"/>
            <a:ext cx="8796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전화번호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805526" y="3295498"/>
            <a:ext cx="88559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[전화번호]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670902" y="2190902"/>
            <a:ext cx="3504346" cy="222885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49894" y="2381098"/>
            <a:ext cx="693023" cy="799642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21801" y="2553005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36178" y="3029407"/>
            <a:ext cx="8796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웹사이트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726119" y="3295498"/>
            <a:ext cx="88559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[웹사이트]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277002" y="3981298"/>
            <a:ext cx="2130186" cy="2457907"/>
          </a:xfrm>
          <a:prstGeom prst="roundRect">
            <a:avLst>
              <a:gd name="adj" fmla="val 1947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10505" y="4114800"/>
            <a:ext cx="1783080" cy="2057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530" b="-530"/>
          <a:stretch/>
        </p:blipFill>
        <p:spPr>
          <a:xfrm>
            <a:off x="5971946" y="4657954"/>
            <a:ext cx="322142" cy="42931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17159" y="5686654"/>
            <a:ext cx="136227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QR 코드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105095" y="6152998"/>
            <a:ext cx="495696" cy="571957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5229454" y="6267298"/>
            <a:ext cx="133502" cy="15270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639105" y="6152998"/>
            <a:ext cx="495696" cy="571957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1613" r="-1613" t="0" b="0"/>
          <a:stretch/>
        </p:blipFill>
        <p:spPr>
          <a:xfrm>
            <a:off x="5753405" y="6267298"/>
            <a:ext cx="152705" cy="152705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172200" y="6152998"/>
            <a:ext cx="495696" cy="571957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6277356" y="6267298"/>
            <a:ext cx="171907" cy="15270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705295" y="6152998"/>
            <a:ext cx="495696" cy="571957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6829654" y="6267298"/>
            <a:ext cx="133502" cy="152705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0" y="6687007"/>
            <a:ext cx="15849203" cy="685800"/>
          </a:xfrm>
          <a:prstGeom prst="rect">
            <a:avLst/>
          </a:prstGeom>
          <a:solidFill>
            <a:srgbClr val="3741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2025-11-11T07:01:41Z</dcterms:created>
  <dcterms:modified xsi:type="dcterms:W3CDTF">2025-11-11T07:01:41Z</dcterms:modified>
</cp:coreProperties>
</file>