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76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15435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Name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 차 풀스택 개발자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example@email.com | 010-0000-0000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2438705" cy="2438705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53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2719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주요 프로젝트 성공적 완료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상세 정보는 포트폴리오 웹사이트 참조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JavaScript, React 전문가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JavaScript, React 전문가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대표 프로젝트 스크린샷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319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회사A | 시니어 개발자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회사B | 시니어 개발자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2023.01-2024.01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2023.01-2024.01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시니어 개발자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 1월 -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 1월 -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달성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달성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React, Node.js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React, Node.js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248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프로젝트 상세는 다음 페이지 참조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4352544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4352544" cy="514807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시니어 개발자, 소프트웨어 엔지니어, 주니어 개발자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경력 타임라인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33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74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결제 처리 시스템 리팩토링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· 개발자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500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모놀리식 아키텍처를 마이크로서비스로 전환하여 시스템 응답 시간을 평균 2초에서 30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2573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8860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Git, Jira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스크린샷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1877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72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162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상품 추천 시스템 개발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/ 개발자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행동 데이터를 분석하여 개인화된 추천을 제공하는 시스템을 구축했습니다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1867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4352544" cy="2133295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738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▼30%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681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387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CI/CD 파이프라인 자동화 프로젝트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/ 개발자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Actions와 AWS CodePipeline을 활용하여 코드 커밋부터 프로덕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624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576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4352544" cy="857707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72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4352544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523951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5715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7242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4352544" cy="1466698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4352544" cy="20574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2677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44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735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example@email.com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010-0000-0000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1638605" cy="1638605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371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247802" cy="2862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2191695" cy="4572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