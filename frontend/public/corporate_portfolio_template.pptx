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14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5" y="2247595"/>
            <a:ext cx="363049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3114446"/>
            <a:ext cx="460519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[직무/포지션]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905" y="5210251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4" y="5514747"/>
            <a:ext cx="3308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5810098"/>
            <a:ext cx="330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9904" y="6096305"/>
            <a:ext cx="36304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[포트폴리오/웹 링크]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5" y="476402"/>
            <a:ext cx="1485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1447495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752905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153058" y="2572207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[프로필 사진]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369003" y="1447495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한줄 소개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69003" y="1752905"/>
            <a:ext cx="7220102" cy="590702"/>
          </a:xfrm>
          <a:prstGeom prst="roundRect">
            <a:avLst>
              <a:gd name="adj" fmla="val 149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530851" y="1904695"/>
            <a:ext cx="692426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[한줄 소개]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69003" y="2572207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소개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9003" y="2876701"/>
            <a:ext cx="7220102" cy="201436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30852" y="3047694"/>
            <a:ext cx="6924268" cy="1712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[개인 소개: 주요 경력/강점/관심 분야를 3~4문장으로 작성]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936781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강점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5242191"/>
            <a:ext cx="3562502" cy="590702"/>
          </a:xfrm>
          <a:prstGeom prst="roundRect">
            <a:avLst>
              <a:gd name="adj" fmla="val 149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71754" y="5413184"/>
            <a:ext cx="3237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강점 1]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17797" y="5242191"/>
            <a:ext cx="3562502" cy="590702"/>
          </a:xfrm>
          <a:prstGeom prst="roundRect">
            <a:avLst>
              <a:gd name="adj" fmla="val 149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479646" y="5413184"/>
            <a:ext cx="325758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강점 2]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26603" y="5242191"/>
            <a:ext cx="3562502" cy="590702"/>
          </a:xfrm>
          <a:prstGeom prst="roundRect">
            <a:avLst>
              <a:gd name="adj" fmla="val 149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188452" y="5413184"/>
            <a:ext cx="323179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강점 3]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9905" y="6314846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5" y="476402"/>
            <a:ext cx="1772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1447495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752905"/>
            <a:ext cx="5296205" cy="590702"/>
          </a:xfrm>
          <a:prstGeom prst="roundRect">
            <a:avLst>
              <a:gd name="adj" fmla="val 149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71753" y="1904695"/>
            <a:ext cx="50361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2572207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905" y="2838298"/>
            <a:ext cx="2572207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33349" y="2971800"/>
            <a:ext cx="1786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 - YYYY.MM]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33902" y="2572207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3902" y="2838298"/>
            <a:ext cx="2572207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457346" y="2971800"/>
            <a:ext cx="23506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[역할]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81705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한줄 요약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3847795"/>
            <a:ext cx="5296205" cy="590702"/>
          </a:xfrm>
          <a:prstGeom prst="roundRect">
            <a:avLst>
              <a:gd name="adj" fmla="val 149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71754" y="4019702"/>
            <a:ext cx="50361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[프로젝트의 목적/가치에 대한 한줄 요약]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4667098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8505" y="4981651"/>
            <a:ext cx="506699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1]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8505" y="5324551"/>
            <a:ext cx="496944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2]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8505" y="5667451"/>
            <a:ext cx="496944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3]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86500" y="1447495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영역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6500" y="1752905"/>
            <a:ext cx="5296205" cy="3047695"/>
          </a:xfrm>
          <a:prstGeom prst="roundRect">
            <a:avLst>
              <a:gd name="adj" fmla="val 563"/>
            </a:avLst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766914" y="3161995"/>
            <a:ext cx="245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[이미지 또는 스크린샷을 배치하세요]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86500" y="4914900"/>
            <a:ext cx="1472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비율: 16:9 또는 4:3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9905" y="6314846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5" y="476402"/>
            <a:ext cx="1772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1447495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714500"/>
            <a:ext cx="1990649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3348" y="1848002"/>
            <a:ext cx="171450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51430" y="144749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51430" y="1714500"/>
            <a:ext cx="1990649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875788" y="1848002"/>
            <a:ext cx="1786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 - YYYY.MM]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3869" y="144749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3869" y="1714500"/>
            <a:ext cx="1990649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017313" y="1848002"/>
            <a:ext cx="1745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[역할]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2457907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한줄 요약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2723998"/>
            <a:ext cx="6277356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3349" y="2857500"/>
            <a:ext cx="60291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[한줄 요약]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3467405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8505" y="3743554"/>
            <a:ext cx="592403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1]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8505" y="4514850"/>
            <a:ext cx="592403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2]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8505" y="5419649"/>
            <a:ext cx="592403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3]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88098" y="1447495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영역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88098" y="1714500"/>
            <a:ext cx="4401007" cy="3238805"/>
          </a:xfrm>
          <a:prstGeom prst="roundRect">
            <a:avLst>
              <a:gd name="adj" fmla="val 498"/>
            </a:avLst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962034" y="321960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[이미지 영역]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9905" y="6314846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5" y="476402"/>
            <a:ext cx="1772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1447495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714500"/>
            <a:ext cx="5333695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3349" y="1828800"/>
            <a:ext cx="5024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241950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905" y="2686507"/>
            <a:ext cx="2590495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33348" y="2819095"/>
            <a:ext cx="23152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53105" y="241950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3105" y="2686507"/>
            <a:ext cx="2590495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476549" y="2819095"/>
            <a:ext cx="22811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[역할]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390595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한줄 요약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3657600"/>
            <a:ext cx="5333695" cy="514807"/>
          </a:xfrm>
          <a:prstGeom prst="roundRect">
            <a:avLst>
              <a:gd name="adj" fmla="val 197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3349" y="3791102"/>
            <a:ext cx="50243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[한줄 요약]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4401007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5" y="4667098"/>
            <a:ext cx="5333695" cy="476402"/>
          </a:xfrm>
          <a:prstGeom prst="roundRect">
            <a:avLst>
              <a:gd name="adj" fmla="val 23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3349" y="4791456"/>
            <a:ext cx="5024356" cy="200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1]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905" y="5219395"/>
            <a:ext cx="5333695" cy="476402"/>
          </a:xfrm>
          <a:prstGeom prst="roundRect">
            <a:avLst>
              <a:gd name="adj" fmla="val 23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33349" y="5343754"/>
            <a:ext cx="5024356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2]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905" y="5772607"/>
            <a:ext cx="5333695" cy="476402"/>
          </a:xfrm>
          <a:prstGeom prst="roundRect">
            <a:avLst>
              <a:gd name="adj" fmla="val 23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33349" y="5896050"/>
            <a:ext cx="5024356" cy="273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3]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8095" y="1447495"/>
            <a:ext cx="5333695" cy="4800600"/>
          </a:xfrm>
          <a:prstGeom prst="roundRect">
            <a:avLst>
              <a:gd name="adj" fmla="val 302"/>
            </a:avLst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492033" y="3733495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[이미지 영역]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905" y="6476695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4" y="476402"/>
            <a:ext cx="532867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경력/교육 타임라인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1028700"/>
            <a:ext cx="106710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flipH="1">
            <a:off x="736072" y="1447495"/>
            <a:ext cx="45719" cy="348569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5051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24205" y="16194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67105" y="1457554"/>
            <a:ext cx="3909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[기관/회사] · [직무/전공]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1752905"/>
            <a:ext cx="225979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57300" y="2057399"/>
            <a:ext cx="389031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성과/활동 1]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905" y="26481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24205" y="27624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67105" y="2600554"/>
            <a:ext cx="50096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[기관/회사] · [직무/전공]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67105" y="2895904"/>
            <a:ext cx="3851906" cy="21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57300" y="3200400"/>
            <a:ext cx="4873984" cy="24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성과/활동 1]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905" y="37911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24205" y="39054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67105" y="3743554"/>
            <a:ext cx="54652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[기관/회사] · [직무/전공]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67105" y="4038905"/>
            <a:ext cx="4731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57300" y="4343399"/>
            <a:ext cx="5275023" cy="246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성과/활동 1]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905" y="6314846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6400730-BABF-6ACB-413B-738DCBE234EF}"/>
              </a:ext>
            </a:extLst>
          </p:cNvPr>
          <p:cNvSpPr/>
          <p:nvPr/>
        </p:nvSpPr>
        <p:spPr>
          <a:xfrm>
            <a:off x="609905" y="493678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171BA92E-14F7-3057-BD2C-4E6B83EE268C}"/>
              </a:ext>
            </a:extLst>
          </p:cNvPr>
          <p:cNvSpPr/>
          <p:nvPr/>
        </p:nvSpPr>
        <p:spPr>
          <a:xfrm>
            <a:off x="724205" y="505108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F919D0B-60C6-E836-FACB-65ECBBF47268}"/>
              </a:ext>
            </a:extLst>
          </p:cNvPr>
          <p:cNvSpPr txBox="1"/>
          <p:nvPr/>
        </p:nvSpPr>
        <p:spPr>
          <a:xfrm>
            <a:off x="1067105" y="4889233"/>
            <a:ext cx="54652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[기관/회사] · [직무/전공]</a:t>
            </a:r>
            <a:endParaRPr lang="en-US" sz="13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E3C45E14-C8F6-5F58-C3B3-3506F1986A65}"/>
              </a:ext>
            </a:extLst>
          </p:cNvPr>
          <p:cNvSpPr txBox="1"/>
          <p:nvPr/>
        </p:nvSpPr>
        <p:spPr>
          <a:xfrm>
            <a:off x="1067105" y="5184584"/>
            <a:ext cx="4731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8D8D16A1-AAF9-C196-2591-28E630677A9D}"/>
              </a:ext>
            </a:extLst>
          </p:cNvPr>
          <p:cNvSpPr txBox="1"/>
          <p:nvPr/>
        </p:nvSpPr>
        <p:spPr>
          <a:xfrm>
            <a:off x="1257300" y="5489078"/>
            <a:ext cx="5275023" cy="246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성과/활동 1]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905" y="476402"/>
            <a:ext cx="11814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905" y="1447495"/>
            <a:ext cx="7220102" cy="819302"/>
          </a:xfrm>
          <a:prstGeom prst="roundRect">
            <a:avLst>
              <a:gd name="adj" fmla="val 778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1754" y="1609344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1754" y="1828800"/>
            <a:ext cx="695542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905" y="2419502"/>
            <a:ext cx="7220102" cy="819302"/>
          </a:xfrm>
          <a:prstGeom prst="roundRect">
            <a:avLst>
              <a:gd name="adj" fmla="val 778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1754" y="2581351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1754" y="2800807"/>
            <a:ext cx="68850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905" y="3390595"/>
            <a:ext cx="7220102" cy="819302"/>
          </a:xfrm>
          <a:prstGeom prst="roundRect">
            <a:avLst>
              <a:gd name="adj" fmla="val 778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71754" y="3552444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3771900"/>
            <a:ext cx="695542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905" y="4362602"/>
            <a:ext cx="7220102" cy="819302"/>
          </a:xfrm>
          <a:prstGeom prst="roundRect">
            <a:avLst>
              <a:gd name="adj" fmla="val 778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71754" y="4524451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포트폴리오/웹 링크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1754" y="4743907"/>
            <a:ext cx="68850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[포트폴리오/웹 링크]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102" y="1447495"/>
            <a:ext cx="3457346" cy="2476195"/>
          </a:xfrm>
          <a:prstGeom prst="roundRect">
            <a:avLst>
              <a:gd name="adj" fmla="val 852"/>
            </a:avLst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144000" y="2572207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[QR 코드 이미지 영역]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905" y="6314846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343</Words>
  <Application>Microsoft Macintosh PowerPoint</Application>
  <PresentationFormat>와이드스크린</PresentationFormat>
  <Paragraphs>91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최필립[ 학부재학 / 경영학과 ]</cp:lastModifiedBy>
  <cp:revision>3</cp:revision>
  <dcterms:created xsi:type="dcterms:W3CDTF">2025-11-14T00:50:26Z</dcterms:created>
  <dcterms:modified xsi:type="dcterms:W3CDTF">2025-11-14T02:28:00Z</dcterms:modified>
</cp:coreProperties>
</file>