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0763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942746"/>
            <a:ext cx="1543507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[이름]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1657807"/>
            <a:ext cx="12481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[지원 직무]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2286000"/>
            <a:ext cx="14292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 | [전화번호]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144000" y="533095"/>
            <a:ext cx="2438705" cy="2438705"/>
          </a:xfrm>
          <a:prstGeom prst="roundRect">
            <a:avLst>
              <a:gd name="adj" fmla="val 37495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37369" y="1657807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프로필 사진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353105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제출 대상: [회사명/팀명]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0955426" y="33531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[YYYY.MM]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534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2719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자기소개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296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[경력 연차/전문 분야/관심 도메인]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957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역량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115007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가치관/업무 스타일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686300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링크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43254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76602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809951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1600200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3349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[역량1]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466698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[역량2]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2200046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[역량3]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2933395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[역량4]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666744" y="16477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[역량5]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09905" y="26096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 또는 키워드]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30668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 또는 키워드]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09905" y="3524098"/>
            <a:ext cx="11292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[설명 또는 키워드]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3943807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57046" y="4105656"/>
            <a:ext cx="1786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성과 한 줄: [수치/임팩트]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38505" y="4953305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[개인 사이트]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017166" y="4953305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[LinkedIn]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3097987" y="49533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[GitHub]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09905" y="5134356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[추가 참고 사항]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871509" y="1580998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이미지/아이콘 자리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23353" y="3247949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키포인트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797796" y="32479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356348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[짧은 설명]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9607601" y="3467405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[짧은 설명]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32904" y="5134356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[예시 다이어그램/사진]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경력 사항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905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회사명 · 직무 · 기간 · 역할 · 성과 · 사용 기술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19202" cy="541050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7707" y="1304849"/>
            <a:ext cx="1319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[회사 A] | [직무]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7707" y="37627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[회사 B] | [직무]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615330" y="1352398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[YYYY.MM–YYYY.MM]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15330" y="3810305"/>
            <a:ext cx="1338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[YYYY.MM–YYYY.MM]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516014" y="62389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[기간]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57707" y="16386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857707" y="40955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역할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57707" y="6515100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[간단 설명 또는 담당 영역]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857707" y="20958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1]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57707" y="2553005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2]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57707" y="45527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1]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57707" y="50099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역할 2]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57707" y="2857500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" y="5315407"/>
            <a:ext cx="29242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09751" y="2980944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71346" y="5438851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81151" y="3209544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[지표/수치/전후 비교]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981151" y="5667451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[지표/수치/임팩트]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931006" y="2857500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931006" y="5315407"/>
            <a:ext cx="2924251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83050" y="2980944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321454" y="5438851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 기술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54450" y="3209544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[언어/프레임워크/인프라]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054450" y="5667451"/>
            <a:ext cx="1528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[언어/프레임워크/인프라]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57707" y="6210605"/>
            <a:ext cx="1791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[기타] 인턴/프리랜스/자문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09905" y="6696151"/>
            <a:ext cx="2248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[프로젝트 상세는 다음 페이지에서 확인]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232904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483242" y="457200"/>
            <a:ext cx="2104949" cy="780898"/>
          </a:xfrm>
          <a:prstGeom prst="roundRect">
            <a:avLst>
              <a:gd name="adj" fmla="val 856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623353" y="619049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경력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892894" y="619049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394753" y="847649"/>
            <a:ext cx="467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[X년]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9646006" y="847649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[산업/업무 분야]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232904" y="1466698"/>
            <a:ext cx="4352544" cy="1524305"/>
          </a:xfrm>
          <a:prstGeom prst="roundRect">
            <a:avLst>
              <a:gd name="adj" fmla="val 299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94038" y="21332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로고/배지 자리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232904" y="3219602"/>
            <a:ext cx="4352544" cy="514807"/>
          </a:xfrm>
          <a:prstGeom prst="roundRect">
            <a:avLst>
              <a:gd name="adj" fmla="val 197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23353" y="3381451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하이라이트: [핵심 역량/임팩트 키워드 2~3개]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232904" y="6696151"/>
            <a:ext cx="20866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[타임라인/로고 배치 예시]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93389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757477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7532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[YYYY.MM–YYYY.MM] · [역할]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257300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2590495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접근/핵심 기여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4381805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12429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867705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1752905"/>
            <a:ext cx="15005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[해결하려는 문제와 맥락]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2210105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KPI 또는 성공 기준]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0861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1]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5433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2]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4000500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3]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82012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55034" y="4647895"/>
            <a:ext cx="1705356" cy="286207"/>
          </a:xfrm>
          <a:prstGeom prst="roundRect">
            <a:avLst>
              <a:gd name="adj" fmla="val 6389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2506370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278478" y="4695444"/>
            <a:ext cx="15581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[지표명]: [수치/전후 비교]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9905" y="5391302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69187" y="5391302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96973" y="5391302"/>
            <a:ext cx="12573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21938" y="5391302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36008" y="5391302"/>
            <a:ext cx="8860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3349" y="5438851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[언어]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392631" y="5438851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[프레임워크]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2420417" y="5438851"/>
            <a:ext cx="1110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[인프라/클라우드]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3745382" y="5438851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[DB/데이터]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4759452" y="5438851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[도구/협업]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57707" y="6133795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[데모]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645006" y="6133795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[리포지토리]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767889" y="6133795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[문서/보고서]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09905" y="6314846"/>
            <a:ext cx="1752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[검증 방법/리스크/후속 과제]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78647" y="1580998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[스크린샷/아키텍처 다이어그램 자리]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232904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483242" y="3124505"/>
            <a:ext cx="2104949" cy="629107"/>
          </a:xfrm>
          <a:prstGeom prst="roundRect">
            <a:avLst>
              <a:gd name="adj" fmla="val 1321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584948" y="3247949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KPI]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836201" y="3247949"/>
            <a:ext cx="11009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[성과 하이라이트]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7356348" y="3467405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[정의/측정 방법]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9607601" y="3467405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[숫자 또는 임팩트 요약]</a:t>
            </a:r>
            <a:endParaRPr lang="en-US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6314846"/>
            <a:ext cx="1877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[예시 흐름/전후 비교]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727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2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28446"/>
            <a:ext cx="116220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[프로젝트명]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143000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[YYYY.MM–YYYY.MM] / [역할]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561795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93339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5505602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2057400"/>
            <a:ext cx="2310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[해결하려는 문제 또는 고객 페인포인트]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2514600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[목표 KPI 및 성공 기준]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34290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[기여 1]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38862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[기여 2]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4343400"/>
            <a:ext cx="547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[기여 3]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9905" y="4762195"/>
            <a:ext cx="6248095" cy="514807"/>
          </a:xfrm>
          <a:prstGeom prst="roundRect">
            <a:avLst>
              <a:gd name="adj" fmla="val 2631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7046" y="4924044"/>
            <a:ext cx="22530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성과(정량): [주요 지표/수치/전후 비교]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38505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[데모]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25803" y="5772607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[리포지토리]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2748686" y="57726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[문서]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09905" y="5952744"/>
            <a:ext cx="1867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[추가 참고 사항 또는 역할 범위]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32904" y="457200"/>
            <a:ext cx="4352544" cy="2133295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7714" y="1429207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232904" y="2819095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 하이라이트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232904" y="40197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32904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20633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208362" y="3124505"/>
            <a:ext cx="1380744" cy="666598"/>
          </a:xfrm>
          <a:prstGeom prst="roundRect">
            <a:avLst>
              <a:gd name="adj" fmla="val 1175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56348" y="3258007"/>
            <a:ext cx="738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[+00%]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844077" y="3258007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[▼00%]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332720" y="3258007"/>
            <a:ext cx="6812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[T+00]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56348" y="350489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[지표명]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8844077" y="3504895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[오류/이탈]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0332720" y="3504895"/>
            <a:ext cx="590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[리드타임]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23290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92186" y="4286707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919972" y="4286707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01784" y="4286707"/>
            <a:ext cx="9427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15854" y="4286707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35634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[언어]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8015630" y="4334256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[프레임워크]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043416" y="4334256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[인프라]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9825228" y="4334256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[DB/데이터]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10839298" y="4334256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[도구]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7232904" y="5952744"/>
            <a:ext cx="1953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[예시 흐름도/아키텍처]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3879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5197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3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프로젝트명: [이름]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09905" y="1086307"/>
            <a:ext cx="2424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기간/역할: [YYYY.MM–YYYY.MM] / [역할]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9905" y="1466698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문제/목표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09905" y="211500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기여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09905" y="3905402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성과(정량)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09905" y="5029200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09905" y="5772607"/>
            <a:ext cx="7671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산출물/링크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09905" y="1733702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[해결하려는 문제와 KPI]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09905" y="26096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1]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09905" y="30668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2]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09905" y="3524098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[핵심 기여 3]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9905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8570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7234" y="4172407"/>
            <a:ext cx="2009851" cy="666598"/>
          </a:xfrm>
          <a:prstGeom prst="roundRect">
            <a:avLst>
              <a:gd name="adj" fmla="val 1175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3349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지표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2852014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효율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4970678" y="4286707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733349" y="4457700"/>
            <a:ext cx="7479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[+XX%]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852014" y="4457700"/>
            <a:ext cx="6245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[YY%]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70678" y="4457700"/>
            <a:ext cx="5769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[수치]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09905" y="5296205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69187" y="5296205"/>
            <a:ext cx="9528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96973" y="5296205"/>
            <a:ext cx="714146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3349" y="5343754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[언어]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392631" y="5343754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[프레임워크]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2420417" y="5343754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[인프라]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00100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[데모]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588313" y="6038698"/>
            <a:ext cx="8055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[리포지토리]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711196" y="6038698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[문서]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09905" y="6219749"/>
            <a:ext cx="1390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[검증 방법/참고 링크]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32904" y="457200"/>
            <a:ext cx="4352544" cy="2438705"/>
          </a:xfrm>
          <a:prstGeom prst="roundRect">
            <a:avLst>
              <a:gd name="adj" fmla="val 1172"/>
            </a:avLst>
          </a:prstGeom>
          <a:solidFill>
            <a:srgbClr val="FFFFFF"/>
          </a:solidFill>
          <a:ln w="254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7714" y="1580998"/>
            <a:ext cx="15480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스크린샷/다이어그램 자리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232904" y="3124505"/>
            <a:ext cx="4352544" cy="857707"/>
          </a:xfrm>
          <a:prstGeom prst="roundRect">
            <a:avLst>
              <a:gd name="adj" fmla="val 71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4150" y="3286354"/>
            <a:ext cx="605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KPI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394753" y="35524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3F4F6"/>
          </a:solidFill>
          <a:ln/>
        </p:spPr>
      </p:sp>
      <p:sp>
        <p:nvSpPr>
          <p:cNvPr id="39" name="Shape 37"/>
          <p:cNvSpPr/>
          <p:nvPr/>
        </p:nvSpPr>
        <p:spPr>
          <a:xfrm>
            <a:off x="7394753" y="3552444"/>
            <a:ext cx="2419502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94753" y="3657600"/>
            <a:ext cx="866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[달성률 % 입력]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232904" y="6219749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[이미지/흐름도 예시]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7726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418795"/>
            <a:ext cx="13478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09905" y="838505"/>
            <a:ext cx="25338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카테고리별 핵심 기술을 정리해 주세요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09905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06647" y="12957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905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06647" y="2324405"/>
            <a:ext cx="3047695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37844" y="1457554"/>
            <a:ext cx="1004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프로그래밍 언어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216298" y="1457554"/>
            <a:ext cx="13862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프레임워크/라이브러리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37844" y="2486254"/>
            <a:ext cx="10149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클라우드/인프라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177894" y="2486254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데이터베이스/데이터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1754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05102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38451" y="1723644"/>
            <a:ext cx="657454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968496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27778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87975" y="17236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1754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3103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9031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68496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7778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87975" y="2752344"/>
            <a:ext cx="590702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5198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[언어1]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628546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[언어2]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2361895" y="1772107"/>
            <a:ext cx="5102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[언어3]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092854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752137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411419" y="17721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95198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554480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221467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092854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4752137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5411419" y="2800807"/>
            <a:ext cx="443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[항목]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09905" y="5152644"/>
            <a:ext cx="2076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노트: [추가 기술 또는 우선순위 표기 규칙]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32904" y="457200"/>
            <a:ext cx="4352544" cy="875995"/>
          </a:xfrm>
          <a:prstGeom prst="roundRect">
            <a:avLst>
              <a:gd name="adj" fmla="val 6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623353" y="6190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도구/협업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94753" y="886054"/>
            <a:ext cx="523951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87284" y="886054"/>
            <a:ext cx="571500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632850" y="886054"/>
            <a:ext cx="724205" cy="286207"/>
          </a:xfrm>
          <a:prstGeom prst="roundRect">
            <a:avLst>
              <a:gd name="adj" fmla="val 31948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518197" y="933602"/>
            <a:ext cx="376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[Git]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8111642" y="933602"/>
            <a:ext cx="424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[Jira]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8756294" y="933602"/>
            <a:ext cx="576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[Figma]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232904" y="1485900"/>
            <a:ext cx="4352544" cy="1466698"/>
          </a:xfrm>
          <a:prstGeom prst="roundRect">
            <a:avLst>
              <a:gd name="adj" fmla="val 242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623353" y="1647749"/>
            <a:ext cx="643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인증/자격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7394753" y="21433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[자격증/배지 1]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7394753" y="26005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[자격증/배지 2]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232904" y="3105302"/>
            <a:ext cx="4352544" cy="2057400"/>
          </a:xfrm>
          <a:prstGeom prst="roundRect">
            <a:avLst>
              <a:gd name="adj" fmla="val 123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623353" y="3267151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숙련도 표시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94753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0706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85202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871155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76565" y="3534156"/>
            <a:ext cx="286207" cy="209398"/>
          </a:xfrm>
          <a:prstGeom prst="roundRect">
            <a:avLst>
              <a:gd name="adj" fmla="val 7939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62518" y="3552444"/>
            <a:ext cx="200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8567014" y="3552444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또는 [연차/사용 빈도]</a:t>
            </a:r>
            <a:endParaRPr lang="en-US" sz="900" dirty="0"/>
          </a:p>
        </p:txBody>
      </p:sp>
      <p:sp>
        <p:nvSpPr>
          <p:cNvPr id="59" name="Text 57"/>
          <p:cNvSpPr txBox="1"/>
          <p:nvPr/>
        </p:nvSpPr>
        <p:spPr>
          <a:xfrm>
            <a:off x="7394753" y="3847795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[스킬A]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7394753" y="4153205"/>
            <a:ext cx="457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[스킬B]</a:t>
            </a:r>
            <a:endParaRPr lang="en-US" sz="900" dirty="0"/>
          </a:p>
        </p:txBody>
      </p:sp>
      <p:sp>
        <p:nvSpPr>
          <p:cNvPr id="61" name="Text 59"/>
          <p:cNvSpPr txBox="1"/>
          <p:nvPr/>
        </p:nvSpPr>
        <p:spPr>
          <a:xfrm>
            <a:off x="7394753" y="4457700"/>
            <a:ext cx="448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[스킬C]</a:t>
            </a:r>
            <a:endParaRPr lang="en-US" sz="900" dirty="0"/>
          </a:p>
        </p:txBody>
      </p:sp>
      <p:sp>
        <p:nvSpPr>
          <p:cNvPr id="62" name="Text 60"/>
          <p:cNvSpPr txBox="1"/>
          <p:nvPr/>
        </p:nvSpPr>
        <p:spPr>
          <a:xfrm>
            <a:off x="11237976" y="384779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[상]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11237976" y="4153205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[중]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11237976" y="4457700"/>
            <a:ext cx="2770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[하]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4753" y="400964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394753" y="4315054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394753" y="4619549"/>
            <a:ext cx="4028846" cy="75895"/>
          </a:xfrm>
          <a:prstGeom prst="roundRect">
            <a:avLst>
              <a:gd name="adj" fmla="val 60241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403897" y="4019702"/>
            <a:ext cx="3209544" cy="75895"/>
          </a:xfrm>
          <a:prstGeom prst="roundRect">
            <a:avLst>
              <a:gd name="adj" fmla="val 602411"/>
            </a:avLst>
          </a:prstGeom>
          <a:solidFill>
            <a:srgbClr val="3B82F6"/>
          </a:solidFill>
          <a:ln/>
        </p:spPr>
      </p:sp>
      <p:sp>
        <p:nvSpPr>
          <p:cNvPr id="69" name="Shape 67"/>
          <p:cNvSpPr/>
          <p:nvPr/>
        </p:nvSpPr>
        <p:spPr>
          <a:xfrm>
            <a:off x="7403897" y="4324198"/>
            <a:ext cx="2210105" cy="75895"/>
          </a:xfrm>
          <a:prstGeom prst="roundRect">
            <a:avLst>
              <a:gd name="adj" fmla="val 602411"/>
            </a:avLst>
          </a:prstGeom>
          <a:solidFill>
            <a:srgbClr val="60A5FA"/>
          </a:solidFill>
          <a:ln/>
        </p:spPr>
      </p:sp>
      <p:sp>
        <p:nvSpPr>
          <p:cNvPr id="70" name="Shape 68"/>
          <p:cNvSpPr/>
          <p:nvPr/>
        </p:nvSpPr>
        <p:spPr>
          <a:xfrm>
            <a:off x="7403897" y="4629607"/>
            <a:ext cx="1209751" cy="75895"/>
          </a:xfrm>
          <a:prstGeom prst="roundRect">
            <a:avLst>
              <a:gd name="adj" fmla="val 602411"/>
            </a:avLst>
          </a:prstGeom>
          <a:solidFill>
            <a:srgbClr val="93C5FD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7394753" y="4772254"/>
            <a:ext cx="30385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예시 바는 편집하여 실제 숙련도를 표시하세요.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7232904" y="5152644"/>
            <a:ext cx="26773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 요소 설명: [아이콘/레벨 바를 활용한 가독성 향상]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1442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905" y="342900"/>
            <a:ext cx="10049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연락처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80230" y="895198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성장하는 파트너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715000" y="1447495"/>
            <a:ext cx="761695" cy="57607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480767" y="1657807"/>
            <a:ext cx="73536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제안이나 협업 기회가 있으시면 언제든지 아래 연락처로 연락해주세요. 함께 멋진 가치를 만들어 나가길 기대합니다.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908706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079699" y="2553005"/>
            <a:ext cx="190195" cy="19019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964485" y="3029407"/>
            <a:ext cx="543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이메일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946197" y="3295498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[이메일]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49394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29300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000293" y="2553005"/>
            <a:ext cx="190195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815584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전화번호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5805526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[전화번호]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670902" y="2190902"/>
            <a:ext cx="2695651" cy="1485900"/>
          </a:xfrm>
          <a:prstGeom prst="roundRect">
            <a:avLst>
              <a:gd name="adj" fmla="val 3156"/>
            </a:avLst>
          </a:prstGeom>
          <a:solidFill>
            <a:srgbClr val="F9FAF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749894" y="2381098"/>
            <a:ext cx="533095" cy="533095"/>
          </a:xfrm>
          <a:prstGeom prst="roundRect">
            <a:avLst>
              <a:gd name="adj" fmla="val 171527"/>
            </a:avLst>
          </a:prstGeom>
          <a:solidFill>
            <a:srgbClr val="F3F4F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21801" y="2553005"/>
            <a:ext cx="190195" cy="190195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736178" y="3029407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웹사이트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8726119" y="3295498"/>
            <a:ext cx="6812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[웹사이트]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277002" y="3981298"/>
            <a:ext cx="1638605" cy="1638605"/>
          </a:xfrm>
          <a:prstGeom prst="roundRect">
            <a:avLst>
              <a:gd name="adj" fmla="val 1947"/>
            </a:avLst>
          </a:prstGeom>
          <a:noFill/>
          <a:ln w="25400">
            <a:solidFill>
              <a:srgbClr val="D1D5D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10505" y="4114800"/>
            <a:ext cx="137160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530" b="-530"/>
          <a:stretch/>
        </p:blipFill>
        <p:spPr>
          <a:xfrm>
            <a:off x="5971946" y="4657954"/>
            <a:ext cx="247802" cy="2862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17159" y="5686654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포트폴리오 QR 코드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51050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-43" b="-43"/>
          <a:stretch/>
        </p:blipFill>
        <p:spPr>
          <a:xfrm>
            <a:off x="5229454" y="6267298"/>
            <a:ext cx="133502" cy="152705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563910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-1613" r="-1613" t="0" b="0"/>
          <a:stretch/>
        </p:blipFill>
        <p:spPr>
          <a:xfrm>
            <a:off x="5753405" y="6267298"/>
            <a:ext cx="152705" cy="15270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6172200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rcRect l="-33" r="-33" t="0" b="0"/>
          <a:stretch/>
        </p:blipFill>
        <p:spPr>
          <a:xfrm>
            <a:off x="6277356" y="6267298"/>
            <a:ext cx="171907" cy="15270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6705295" y="615299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3F4F6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3" b="-43"/>
          <a:stretch/>
        </p:blipFill>
        <p:spPr>
          <a:xfrm>
            <a:off x="6829654" y="6267298"/>
            <a:ext cx="133502" cy="152705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0" y="6687007"/>
            <a:ext cx="12191695" cy="457200"/>
          </a:xfrm>
          <a:prstGeom prst="rect">
            <a:avLst/>
          </a:prstGeom>
          <a:solidFill>
            <a:srgbClr val="37415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2025-11-11T07:01:41Z</dcterms:created>
  <dcterms:modified xsi:type="dcterms:W3CDTF">2025-11-11T07:01:41Z</dcterms:modified>
</cp:coreProperties>
</file>