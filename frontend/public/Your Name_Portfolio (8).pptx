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76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942746"/>
            <a:ext cx="15435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Your Name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657807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5년차 풀스택 개발자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286000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example@example.com | 010-1234-5678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533095"/>
            <a:ext cx="2438705" cy="2438705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7369" y="1657807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353105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대상: 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55426" y="33531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534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2719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5년차 풀스택 개발자로 대규모 서비스 개발 및 성능 최적화를 통해 사용자 경험 향상을 이끈 경험 보유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957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115007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가치관/업무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686300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254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6602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9951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349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66698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00046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3395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26096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5년차 풀스택 개발자로 대규모 서비스 개발 및 성능 최적화를 통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30668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5240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3943807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046" y="4105656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한 줄: 응답시간 2초에서 300ms로 개선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8505" y="4953305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17166" y="49533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97987" y="49533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username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9905" y="5134356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71509" y="1580998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이미지/아이콘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3353" y="3247949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키포인트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97796" y="32479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56348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JavaScript, React 전문가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7601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 회사 경력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5134356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 · 직무 · 기간 · 역할 · 성과 · 사용 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19202" cy="54105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707" y="1304849"/>
            <a:ext cx="1319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| 시니어 개발자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37627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이커머스 기업 | 소프트웨어 엔지니어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15330" y="1352398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2022.01-현재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15330" y="3810305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2019.01-2021.12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6014" y="62389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6386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" y="40955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" y="6515100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시니어 개발자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20958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인프라 설계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" y="25530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 구축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" y="45527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설계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50099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 및 개선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" y="2857500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5315407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9751" y="2980944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1346" y="5438851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" y="3209544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효율성 30% 향상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" y="5667451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 30% 향상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006" y="2857500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006" y="5315407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83050" y="29809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1454" y="54388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54450" y="3209544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AWS, Docker, CI/CD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54450" y="5667451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Java, Spring, MySQL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" y="621060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905" y="6696151"/>
            <a:ext cx="2248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32904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3242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3353" y="6190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2894" y="6190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94753" y="847649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006" y="847649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32904" y="1466698"/>
            <a:ext cx="4352544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94038" y="21332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로고/배지 자리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219602"/>
            <a:ext cx="4352544" cy="514807"/>
          </a:xfrm>
          <a:prstGeom prst="roundRect">
            <a:avLst>
              <a:gd name="adj" fmla="val 197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3353" y="3381451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하이라이트: 시니어 개발자, 소프트웨어 엔지니어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6696151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33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74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결제 처리 시스템 리팩토링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2022.01-2022.06 · 솔루션 아키텍트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57300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04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접근/핵심 기여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381805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1242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86770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1752905"/>
            <a:ext cx="1500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시스템의 느린 응답속도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210105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2초에서 300ms로 개선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0861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2초에서 300ms로 개선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33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0005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2012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5034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응답시간 2초에서 300ms로 개선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06370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8478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5391302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9187" y="5391302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6973" y="5391302"/>
            <a:ext cx="12573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938" y="5391302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5391302"/>
            <a:ext cx="8860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9" y="54388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92631" y="5438851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20417" y="5438851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5382" y="5438851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9452" y="5438851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Git, Jira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613379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45006" y="6133795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67889" y="6133795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6314846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8647" y="1580998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스크린샷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4948" y="3247949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2초에서 300ms로 개선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836201" y="3247949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2초에서 300ms로 개선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56348" y="3467405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07601" y="3467405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2초에서 300ms로 개선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6314846"/>
            <a:ext cx="1877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72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28446"/>
            <a:ext cx="1162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상품 추천 시스템 개발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143000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2021.01-2021.12 / 데이터 분석 및 ML 개발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61795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3339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50560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057400"/>
            <a:ext cx="2310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맞춤 추천 부족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514600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클릭률 35% 증가, 구매 금액 20% 상승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290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클릭률 35% 증가, 구매 금액 20% 상승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8862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43434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5" y="4762195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7046" y="4924044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성과(정량): 클릭률 35% 증가, 구매 금액 20% 상승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5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5803" y="5772607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8686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5952744"/>
            <a:ext cx="1867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데이터 분석 및 ML 개발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457200"/>
            <a:ext cx="4352544" cy="2133295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7714" y="1429207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19095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 하이라이트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0197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633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8362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6348" y="3258007"/>
            <a:ext cx="738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[+00%]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44077" y="325800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▼30%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58007"/>
            <a:ext cx="681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[T+00]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6348" y="350489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844077" y="3504895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5%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504895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290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2186" y="4286707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972" y="4286707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4286707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585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634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15630" y="4334256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43416" y="4334256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25228" y="4334256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83929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952744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387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프로젝트명: CI/CD 파이프라인 자동화 프로젝트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86307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2022.07-2022.12 / 프로젝트 리드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466698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0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905402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02920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7726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733702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시간의 비효율성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6096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시간 1시간에서 15분으로 단축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0668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240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8570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7234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52014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70678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9" y="4457700"/>
            <a:ext cx="747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52014" y="4457700"/>
            <a:ext cx="624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0678" y="4457700"/>
            <a:ext cx="576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시간 1시간에서 15분으로 단축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5" y="5296205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9187" y="5296205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973" y="5296205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9" y="5343754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92631" y="5343754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CodePipeline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0417" y="5343754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88313" y="6038698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11196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905" y="6219749"/>
            <a:ext cx="1390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7714" y="1580998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124505"/>
            <a:ext cx="4352544" cy="857707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4150" y="328635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94753" y="35524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4753" y="3552444"/>
            <a:ext cx="2419502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94753" y="3657600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6219749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726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 핵심 기술을 정리해 주세요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647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6647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7844" y="1457554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프로그래밍 언어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16298" y="1457554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486254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클라우드/인프라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77894" y="2486254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데이터베이스/데이터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5102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8451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78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975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4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103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031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849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777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7975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198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8546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92854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2137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11419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5198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1467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092854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213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11419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905" y="5152644"/>
            <a:ext cx="2076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32904" y="457200"/>
            <a:ext cx="4352544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3353" y="6190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도구/협업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94753" y="886054"/>
            <a:ext cx="523951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7284" y="886054"/>
            <a:ext cx="5715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2850" y="886054"/>
            <a:ext cx="7242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18197" y="933602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111642" y="933602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6294" y="933602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32904" y="1485900"/>
            <a:ext cx="4352544" cy="1466698"/>
          </a:xfrm>
          <a:prstGeom prst="roundRect">
            <a:avLst>
              <a:gd name="adj" fmla="val 242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23353" y="16477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인증/자격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94753" y="21433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394753" y="26005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32904" y="3105302"/>
            <a:ext cx="4352544" cy="2057400"/>
          </a:xfrm>
          <a:prstGeom prst="roundRect">
            <a:avLst>
              <a:gd name="adj" fmla="val 12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23353" y="3267151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표시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94753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0706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85202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71155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6565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2518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567014" y="3552444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394753" y="3847795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94753" y="4153205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394753" y="44577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37976" y="384779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237976" y="415320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37976" y="4457700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4753" y="40096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4753" y="431505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94753" y="4619549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3897" y="4019702"/>
            <a:ext cx="3209544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3897" y="4324198"/>
            <a:ext cx="2210105" cy="75895"/>
          </a:xfrm>
          <a:prstGeom prst="roundRect">
            <a:avLst>
              <a:gd name="adj" fmla="val 602411"/>
            </a:avLst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03897" y="4629607"/>
            <a:ext cx="1209751" cy="75895"/>
          </a:xfrm>
          <a:prstGeom prst="roundRect">
            <a:avLst>
              <a:gd name="adj" fmla="val 602411"/>
            </a:avLst>
          </a:prstGeom>
          <a:solidFill>
            <a:srgbClr val="93C5F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394753" y="4772254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바는 편집하여 실제 숙련도를 표시하세요.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232904" y="5152644"/>
            <a:ext cx="2677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44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342900"/>
            <a:ext cx="10049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80230" y="895198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성장하는 파트너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15000" y="1447495"/>
            <a:ext cx="761695" cy="57607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0767" y="1657807"/>
            <a:ext cx="735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제안이나 협업 기회가 있으시면 언제든지 아래 연락처로 연락해주세요. 함께 멋진 가치를 만들어 나가길 기대합니다.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8706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9699" y="255300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64485" y="3029407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46197" y="3295498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example@example.com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9394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293" y="25530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5584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05526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010-1234-5678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70902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9894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21801" y="25530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6178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26119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7002" y="3981298"/>
            <a:ext cx="1638605" cy="1638605"/>
          </a:xfrm>
          <a:prstGeom prst="roundRect">
            <a:avLst>
              <a:gd name="adj" fmla="val 1947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0505" y="4114800"/>
            <a:ext cx="1371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5971946" y="4657954"/>
            <a:ext cx="247802" cy="2862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17159" y="5686654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QR 코드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1050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229454" y="6267298"/>
            <a:ext cx="133502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63910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1613" r="-1613" t="0" b="0"/>
          <a:stretch/>
        </p:blipFill>
        <p:spPr>
          <a:xfrm>
            <a:off x="5753405" y="6267298"/>
            <a:ext cx="152705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72200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277356" y="6267298"/>
            <a:ext cx="171907" cy="1527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052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829654" y="6267298"/>
            <a:ext cx="133502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6687007"/>
            <a:ext cx="12191695" cy="457200"/>
          </a:xfrm>
          <a:prstGeom prst="rect">
            <a:avLst/>
          </a:prstGeom>
          <a:solidFill>
            <a:srgbClr val="3741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2025-11-11T07:01:41Z</dcterms:created>
  <dcterms:modified xsi:type="dcterms:W3CDTF">2025-11-11T07:01:41Z</dcterms:modified>
</cp:coreProperties>
</file>